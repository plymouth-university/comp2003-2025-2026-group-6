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3" r:id="rId2"/>
    <p:sldId id="256" r:id="rId3"/>
    <p:sldId id="268" r:id="rId4"/>
    <p:sldId id="257" r:id="rId5"/>
    <p:sldId id="258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67" r:id="rId14"/>
    <p:sldId id="271" r:id="rId15"/>
    <p:sldId id="272" r:id="rId16"/>
    <p:sldId id="274" r:id="rId17"/>
    <p:sldId id="269" r:id="rId18"/>
    <p:sldId id="259" r:id="rId19"/>
    <p:sldId id="275" r:id="rId20"/>
  </p:sldIdLst>
  <p:sldSz cx="9215438" cy="5759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1701E-8A39-49FF-BF2B-9E81703FD631}" v="72" dt="2026-01-30T18:02:02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029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les jones" userId="13001ac14ece7ef3" providerId="LiveId" clId="{B8A34175-C4E7-4367-8922-72277A60BE91}"/>
    <pc:docChg chg="undo redo custSel addSld delSld modSld sldOrd">
      <pc:chgData name="marcles jones" userId="13001ac14ece7ef3" providerId="LiveId" clId="{B8A34175-C4E7-4367-8922-72277A60BE91}" dt="2026-01-30T18:02:32.911" v="2689" actId="1076"/>
      <pc:docMkLst>
        <pc:docMk/>
      </pc:docMkLst>
      <pc:sldChg chg="addSp modSp mod">
        <pc:chgData name="marcles jones" userId="13001ac14ece7ef3" providerId="LiveId" clId="{B8A34175-C4E7-4367-8922-72277A60BE91}" dt="2026-01-30T17:50:31.804" v="2244"/>
        <pc:sldMkLst>
          <pc:docMk/>
          <pc:sldMk cId="2955939667" sldId="256"/>
        </pc:sldMkLst>
        <pc:spChg chg="add mod">
          <ac:chgData name="marcles jones" userId="13001ac14ece7ef3" providerId="LiveId" clId="{B8A34175-C4E7-4367-8922-72277A60BE91}" dt="2026-01-30T17:50:31.804" v="2244"/>
          <ac:spMkLst>
            <pc:docMk/>
            <pc:sldMk cId="2955939667" sldId="256"/>
            <ac:spMk id="2" creationId="{38634E52-F27F-EC52-85B1-41DD1B291BD0}"/>
          </ac:spMkLst>
        </pc:spChg>
        <pc:spChg chg="mod">
          <ac:chgData name="marcles jones" userId="13001ac14ece7ef3" providerId="LiveId" clId="{B8A34175-C4E7-4367-8922-72277A60BE91}" dt="2026-01-30T17:23:00.208" v="945" actId="207"/>
          <ac:spMkLst>
            <pc:docMk/>
            <pc:sldMk cId="2955939667" sldId="256"/>
            <ac:spMk id="8" creationId="{3C9F29DE-4818-0952-3ED1-DA51291D7269}"/>
          </ac:spMkLst>
        </pc:spChg>
        <pc:spChg chg="mod">
          <ac:chgData name="marcles jones" userId="13001ac14ece7ef3" providerId="LiveId" clId="{B8A34175-C4E7-4367-8922-72277A60BE91}" dt="2026-01-30T17:23:01.769" v="946" actId="207"/>
          <ac:spMkLst>
            <pc:docMk/>
            <pc:sldMk cId="2955939667" sldId="256"/>
            <ac:spMk id="9" creationId="{466641C2-D989-9E2F-6C81-1F20E524A1E8}"/>
          </ac:spMkLst>
        </pc:spChg>
        <pc:spChg chg="mod">
          <ac:chgData name="marcles jones" userId="13001ac14ece7ef3" providerId="LiveId" clId="{B8A34175-C4E7-4367-8922-72277A60BE91}" dt="2026-01-30T17:01:21.026" v="245" actId="208"/>
          <ac:spMkLst>
            <pc:docMk/>
            <pc:sldMk cId="2955939667" sldId="256"/>
            <ac:spMk id="10" creationId="{DA60BB2E-8FDB-9A64-F1AD-F529B65E4ECF}"/>
          </ac:spMkLst>
        </pc:spChg>
        <pc:spChg chg="mod">
          <ac:chgData name="marcles jones" userId="13001ac14ece7ef3" providerId="LiveId" clId="{B8A34175-C4E7-4367-8922-72277A60BE91}" dt="2026-01-30T17:01:23.350" v="246" actId="208"/>
          <ac:spMkLst>
            <pc:docMk/>
            <pc:sldMk cId="2955939667" sldId="256"/>
            <ac:spMk id="11" creationId="{95C138E5-5B24-09A4-9CE4-D18ABFAFBD25}"/>
          </ac:spMkLst>
        </pc:spChg>
        <pc:spChg chg="mod">
          <ac:chgData name="marcles jones" userId="13001ac14ece7ef3" providerId="LiveId" clId="{B8A34175-C4E7-4367-8922-72277A60BE91}" dt="2026-01-30T17:23:06.362" v="947" actId="207"/>
          <ac:spMkLst>
            <pc:docMk/>
            <pc:sldMk cId="2955939667" sldId="256"/>
            <ac:spMk id="12" creationId="{742C08B7-FE19-9C56-CFFD-0E3F3BEE8281}"/>
          </ac:spMkLst>
        </pc:spChg>
        <pc:spChg chg="mod">
          <ac:chgData name="marcles jones" userId="13001ac14ece7ef3" providerId="LiveId" clId="{B8A34175-C4E7-4367-8922-72277A60BE91}" dt="2026-01-30T17:27:27.813" v="1090" actId="207"/>
          <ac:spMkLst>
            <pc:docMk/>
            <pc:sldMk cId="2955939667" sldId="256"/>
            <ac:spMk id="13" creationId="{2BBB4E5B-09B8-61DA-9463-FB56C0D8BA07}"/>
          </ac:spMkLst>
        </pc:spChg>
      </pc:sldChg>
      <pc:sldChg chg="modSp mod">
        <pc:chgData name="marcles jones" userId="13001ac14ece7ef3" providerId="LiveId" clId="{B8A34175-C4E7-4367-8922-72277A60BE91}" dt="2026-01-30T17:27:31.213" v="1091" actId="207"/>
        <pc:sldMkLst>
          <pc:docMk/>
          <pc:sldMk cId="1100014933" sldId="257"/>
        </pc:sldMkLst>
        <pc:spChg chg="mod">
          <ac:chgData name="marcles jones" userId="13001ac14ece7ef3" providerId="LiveId" clId="{B8A34175-C4E7-4367-8922-72277A60BE91}" dt="2026-01-30T17:22:56.823" v="944" actId="207"/>
          <ac:spMkLst>
            <pc:docMk/>
            <pc:sldMk cId="1100014933" sldId="257"/>
            <ac:spMk id="4" creationId="{386669D9-5F53-3B5D-F427-1BB06F3781DC}"/>
          </ac:spMkLst>
        </pc:spChg>
        <pc:spChg chg="mod">
          <ac:chgData name="marcles jones" userId="13001ac14ece7ef3" providerId="LiveId" clId="{B8A34175-C4E7-4367-8922-72277A60BE91}" dt="2026-01-30T17:22:54.156" v="943" actId="207"/>
          <ac:spMkLst>
            <pc:docMk/>
            <pc:sldMk cId="1100014933" sldId="257"/>
            <ac:spMk id="7" creationId="{E58DB9CB-3065-79D5-655E-300ADCD11B24}"/>
          </ac:spMkLst>
        </pc:spChg>
        <pc:spChg chg="mod">
          <ac:chgData name="marcles jones" userId="13001ac14ece7ef3" providerId="LiveId" clId="{B8A34175-C4E7-4367-8922-72277A60BE91}" dt="2026-01-30T17:27:31.213" v="1091" actId="207"/>
          <ac:spMkLst>
            <pc:docMk/>
            <pc:sldMk cId="1100014933" sldId="257"/>
            <ac:spMk id="14" creationId="{7D1B16C5-22A2-FD2F-700A-E0CBAE4CC02E}"/>
          </ac:spMkLst>
        </pc:spChg>
      </pc:sldChg>
      <pc:sldChg chg="modSp mod">
        <pc:chgData name="marcles jones" userId="13001ac14ece7ef3" providerId="LiveId" clId="{B8A34175-C4E7-4367-8922-72277A60BE91}" dt="2026-01-30T17:22:41.666" v="942" actId="207"/>
        <pc:sldMkLst>
          <pc:docMk/>
          <pc:sldMk cId="2420652239" sldId="258"/>
        </pc:sldMkLst>
        <pc:spChg chg="mod">
          <ac:chgData name="marcles jones" userId="13001ac14ece7ef3" providerId="LiveId" clId="{B8A34175-C4E7-4367-8922-72277A60BE91}" dt="2026-01-30T17:22:36.167" v="940" actId="207"/>
          <ac:spMkLst>
            <pc:docMk/>
            <pc:sldMk cId="2420652239" sldId="258"/>
            <ac:spMk id="7" creationId="{F912FE02-B9A8-89DF-EE0F-EC15E1933A7A}"/>
          </ac:spMkLst>
        </pc:spChg>
        <pc:spChg chg="mod">
          <ac:chgData name="marcles jones" userId="13001ac14ece7ef3" providerId="LiveId" clId="{B8A34175-C4E7-4367-8922-72277A60BE91}" dt="2026-01-30T17:22:37.898" v="941" actId="207"/>
          <ac:spMkLst>
            <pc:docMk/>
            <pc:sldMk cId="2420652239" sldId="258"/>
            <ac:spMk id="8" creationId="{72A7C691-F413-75B9-54D1-484DA6E73C02}"/>
          </ac:spMkLst>
        </pc:spChg>
        <pc:graphicFrameChg chg="modGraphic">
          <ac:chgData name="marcles jones" userId="13001ac14ece7ef3" providerId="LiveId" clId="{B8A34175-C4E7-4367-8922-72277A60BE91}" dt="2026-01-30T17:22:41.666" v="942" actId="207"/>
          <ac:graphicFrameMkLst>
            <pc:docMk/>
            <pc:sldMk cId="2420652239" sldId="258"/>
            <ac:graphicFrameMk id="9" creationId="{56ABB11C-1B71-F13E-DC55-9DB322E8CE3E}"/>
          </ac:graphicFrameMkLst>
        </pc:graphicFrameChg>
      </pc:sldChg>
      <pc:sldChg chg="addSp modSp mod ord">
        <pc:chgData name="marcles jones" userId="13001ac14ece7ef3" providerId="LiveId" clId="{B8A34175-C4E7-4367-8922-72277A60BE91}" dt="2026-01-30T17:40:41.800" v="1662" actId="14100"/>
        <pc:sldMkLst>
          <pc:docMk/>
          <pc:sldMk cId="2014313165" sldId="259"/>
        </pc:sldMkLst>
        <pc:spChg chg="mod">
          <ac:chgData name="marcles jones" userId="13001ac14ece7ef3" providerId="LiveId" clId="{B8A34175-C4E7-4367-8922-72277A60BE91}" dt="2026-01-30T17:40:11.265" v="1650" actId="14100"/>
          <ac:spMkLst>
            <pc:docMk/>
            <pc:sldMk cId="2014313165" sldId="259"/>
            <ac:spMk id="4" creationId="{267EC5C5-8264-A013-5028-BE9A65B3B5CF}"/>
          </ac:spMkLst>
        </pc:spChg>
        <pc:spChg chg="add mod">
          <ac:chgData name="marcles jones" userId="13001ac14ece7ef3" providerId="LiveId" clId="{B8A34175-C4E7-4367-8922-72277A60BE91}" dt="2026-01-30T17:40:41.800" v="1662" actId="14100"/>
          <ac:spMkLst>
            <pc:docMk/>
            <pc:sldMk cId="2014313165" sldId="259"/>
            <ac:spMk id="5" creationId="{9BA243F9-FDEA-D39A-698D-9B9A142C7176}"/>
          </ac:spMkLst>
        </pc:spChg>
        <pc:spChg chg="mod">
          <ac:chgData name="marcles jones" userId="13001ac14ece7ef3" providerId="LiveId" clId="{B8A34175-C4E7-4367-8922-72277A60BE91}" dt="2026-01-30T17:40:11.265" v="1650" actId="14100"/>
          <ac:spMkLst>
            <pc:docMk/>
            <pc:sldMk cId="2014313165" sldId="259"/>
            <ac:spMk id="6" creationId="{3E72CCE0-804B-86C7-FE7C-86DA5CA2AE84}"/>
          </ac:spMkLst>
        </pc:spChg>
        <pc:spChg chg="add mod">
          <ac:chgData name="marcles jones" userId="13001ac14ece7ef3" providerId="LiveId" clId="{B8A34175-C4E7-4367-8922-72277A60BE91}" dt="2026-01-30T17:40:29.063" v="1654" actId="1076"/>
          <ac:spMkLst>
            <pc:docMk/>
            <pc:sldMk cId="2014313165" sldId="259"/>
            <ac:spMk id="9" creationId="{93F6C5F5-C1FA-95CB-8E7D-215A1961C3D9}"/>
          </ac:spMkLst>
        </pc:spChg>
      </pc:sldChg>
      <pc:sldChg chg="modSp mod">
        <pc:chgData name="marcles jones" userId="13001ac14ece7ef3" providerId="LiveId" clId="{B8A34175-C4E7-4367-8922-72277A60BE91}" dt="2026-01-30T17:22:29.805" v="939" actId="207"/>
        <pc:sldMkLst>
          <pc:docMk/>
          <pc:sldMk cId="1243068460" sldId="260"/>
        </pc:sldMkLst>
        <pc:spChg chg="mod">
          <ac:chgData name="marcles jones" userId="13001ac14ece7ef3" providerId="LiveId" clId="{B8A34175-C4E7-4367-8922-72277A60BE91}" dt="2026-01-30T17:22:27.950" v="938" actId="207"/>
          <ac:spMkLst>
            <pc:docMk/>
            <pc:sldMk cId="1243068460" sldId="260"/>
            <ac:spMk id="9" creationId="{87F51899-1EB3-89F4-A244-9D3E6C05F517}"/>
          </ac:spMkLst>
        </pc:spChg>
        <pc:spChg chg="mod">
          <ac:chgData name="marcles jones" userId="13001ac14ece7ef3" providerId="LiveId" clId="{B8A34175-C4E7-4367-8922-72277A60BE91}" dt="2026-01-30T17:22:29.805" v="939" actId="207"/>
          <ac:spMkLst>
            <pc:docMk/>
            <pc:sldMk cId="1243068460" sldId="260"/>
            <ac:spMk id="10" creationId="{B1F46735-6911-0AD9-BC45-A4299AA53400}"/>
          </ac:spMkLst>
        </pc:spChg>
      </pc:sldChg>
      <pc:sldChg chg="modSp mod">
        <pc:chgData name="marcles jones" userId="13001ac14ece7ef3" providerId="LiveId" clId="{B8A34175-C4E7-4367-8922-72277A60BE91}" dt="2026-01-30T17:22:21.909" v="937" actId="207"/>
        <pc:sldMkLst>
          <pc:docMk/>
          <pc:sldMk cId="1497790154" sldId="263"/>
        </pc:sldMkLst>
        <pc:spChg chg="mod">
          <ac:chgData name="marcles jones" userId="13001ac14ece7ef3" providerId="LiveId" clId="{B8A34175-C4E7-4367-8922-72277A60BE91}" dt="2026-01-30T17:22:16.736" v="934" actId="207"/>
          <ac:spMkLst>
            <pc:docMk/>
            <pc:sldMk cId="1497790154" sldId="263"/>
            <ac:spMk id="7" creationId="{BE7F93D1-E9C1-E846-FC41-ECEAFDB87C60}"/>
          </ac:spMkLst>
        </pc:spChg>
        <pc:spChg chg="mod">
          <ac:chgData name="marcles jones" userId="13001ac14ece7ef3" providerId="LiveId" clId="{B8A34175-C4E7-4367-8922-72277A60BE91}" dt="2026-01-30T17:22:18.507" v="935" actId="207"/>
          <ac:spMkLst>
            <pc:docMk/>
            <pc:sldMk cId="1497790154" sldId="263"/>
            <ac:spMk id="8" creationId="{46DA6BC8-5D23-03D3-365A-B83C1D1798E2}"/>
          </ac:spMkLst>
        </pc:spChg>
        <pc:spChg chg="mod">
          <ac:chgData name="marcles jones" userId="13001ac14ece7ef3" providerId="LiveId" clId="{B8A34175-C4E7-4367-8922-72277A60BE91}" dt="2026-01-30T17:22:20.185" v="936" actId="207"/>
          <ac:spMkLst>
            <pc:docMk/>
            <pc:sldMk cId="1497790154" sldId="263"/>
            <ac:spMk id="9" creationId="{72A9498E-62A4-2177-1161-F56C77492C53}"/>
          </ac:spMkLst>
        </pc:spChg>
        <pc:spChg chg="mod">
          <ac:chgData name="marcles jones" userId="13001ac14ece7ef3" providerId="LiveId" clId="{B8A34175-C4E7-4367-8922-72277A60BE91}" dt="2026-01-30T17:22:21.909" v="937" actId="207"/>
          <ac:spMkLst>
            <pc:docMk/>
            <pc:sldMk cId="1497790154" sldId="263"/>
            <ac:spMk id="10" creationId="{C3B6DFF0-BE0C-1C66-9530-1B41F0D830F9}"/>
          </ac:spMkLst>
        </pc:spChg>
      </pc:sldChg>
      <pc:sldChg chg="delSp mod">
        <pc:chgData name="marcles jones" userId="13001ac14ece7ef3" providerId="LiveId" clId="{B8A34175-C4E7-4367-8922-72277A60BE91}" dt="2026-01-30T16:57:43.102" v="52" actId="21"/>
        <pc:sldMkLst>
          <pc:docMk/>
          <pc:sldMk cId="1685041272" sldId="265"/>
        </pc:sldMkLst>
        <pc:graphicFrameChg chg="del">
          <ac:chgData name="marcles jones" userId="13001ac14ece7ef3" providerId="LiveId" clId="{B8A34175-C4E7-4367-8922-72277A60BE91}" dt="2026-01-30T16:57:43.102" v="52" actId="21"/>
          <ac:graphicFrameMkLst>
            <pc:docMk/>
            <pc:sldMk cId="1685041272" sldId="265"/>
            <ac:graphicFrameMk id="4" creationId="{C4E258E2-7C87-2668-FA9B-E065598A0ED7}"/>
          </ac:graphicFrameMkLst>
        </pc:graphicFrameChg>
      </pc:sldChg>
      <pc:sldChg chg="addSp delSp modSp add mod">
        <pc:chgData name="marcles jones" userId="13001ac14ece7ef3" providerId="LiveId" clId="{B8A34175-C4E7-4367-8922-72277A60BE91}" dt="2026-01-30T17:22:11.752" v="933" actId="207"/>
        <pc:sldMkLst>
          <pc:docMk/>
          <pc:sldMk cId="1494914072" sldId="266"/>
        </pc:sldMkLst>
        <pc:spChg chg="add mod">
          <ac:chgData name="marcles jones" userId="13001ac14ece7ef3" providerId="LiveId" clId="{B8A34175-C4E7-4367-8922-72277A60BE91}" dt="2026-01-30T17:22:10.210" v="932" actId="207"/>
          <ac:spMkLst>
            <pc:docMk/>
            <pc:sldMk cId="1494914072" sldId="266"/>
            <ac:spMk id="2" creationId="{0814704F-4741-767C-ADEE-BC6F6986DEC9}"/>
          </ac:spMkLst>
        </pc:spChg>
        <pc:spChg chg="add mod">
          <ac:chgData name="marcles jones" userId="13001ac14ece7ef3" providerId="LiveId" clId="{B8A34175-C4E7-4367-8922-72277A60BE91}" dt="2026-01-30T17:22:11.752" v="933" actId="207"/>
          <ac:spMkLst>
            <pc:docMk/>
            <pc:sldMk cId="1494914072" sldId="266"/>
            <ac:spMk id="3" creationId="{767C69D5-E6FB-D384-8EB8-DCD1FE078C13}"/>
          </ac:spMkLst>
        </pc:spChg>
        <pc:spChg chg="mod">
          <ac:chgData name="marcles jones" userId="13001ac14ece7ef3" providerId="LiveId" clId="{B8A34175-C4E7-4367-8922-72277A60BE91}" dt="2026-01-30T16:56:21.156" v="14" actId="20577"/>
          <ac:spMkLst>
            <pc:docMk/>
            <pc:sldMk cId="1494914072" sldId="266"/>
            <ac:spMk id="4" creationId="{9F76943E-7D1F-3CF7-6763-95CD66AB4259}"/>
          </ac:spMkLst>
        </pc:spChg>
        <pc:spChg chg="del mod">
          <ac:chgData name="marcles jones" userId="13001ac14ece7ef3" providerId="LiveId" clId="{B8A34175-C4E7-4367-8922-72277A60BE91}" dt="2026-01-30T16:56:30.291" v="16" actId="478"/>
          <ac:spMkLst>
            <pc:docMk/>
            <pc:sldMk cId="1494914072" sldId="266"/>
            <ac:spMk id="6" creationId="{435493B8-7F51-8D2C-D032-3270D86383F6}"/>
          </ac:spMkLst>
        </pc:spChg>
        <pc:spChg chg="del">
          <ac:chgData name="marcles jones" userId="13001ac14ece7ef3" providerId="LiveId" clId="{B8A34175-C4E7-4367-8922-72277A60BE91}" dt="2026-01-30T16:56:33.335" v="19" actId="478"/>
          <ac:spMkLst>
            <pc:docMk/>
            <pc:sldMk cId="1494914072" sldId="266"/>
            <ac:spMk id="7" creationId="{96B3E7B3-B1F6-64F5-82CE-DC8F5EAB64B1}"/>
          </ac:spMkLst>
        </pc:spChg>
        <pc:spChg chg="del">
          <ac:chgData name="marcles jones" userId="13001ac14ece7ef3" providerId="LiveId" clId="{B8A34175-C4E7-4367-8922-72277A60BE91}" dt="2026-01-30T16:56:34.017" v="20" actId="478"/>
          <ac:spMkLst>
            <pc:docMk/>
            <pc:sldMk cId="1494914072" sldId="266"/>
            <ac:spMk id="8" creationId="{C3186607-1CF1-60F2-B646-855F40EAB6C4}"/>
          </ac:spMkLst>
        </pc:spChg>
        <pc:spChg chg="del">
          <ac:chgData name="marcles jones" userId="13001ac14ece7ef3" providerId="LiveId" clId="{B8A34175-C4E7-4367-8922-72277A60BE91}" dt="2026-01-30T16:56:31.099" v="17" actId="478"/>
          <ac:spMkLst>
            <pc:docMk/>
            <pc:sldMk cId="1494914072" sldId="266"/>
            <ac:spMk id="9" creationId="{6E3B176D-8DE2-7D7C-E97C-B2A49E02D5F8}"/>
          </ac:spMkLst>
        </pc:spChg>
        <pc:spChg chg="del">
          <ac:chgData name="marcles jones" userId="13001ac14ece7ef3" providerId="LiveId" clId="{B8A34175-C4E7-4367-8922-72277A60BE91}" dt="2026-01-30T16:56:31.906" v="18" actId="478"/>
          <ac:spMkLst>
            <pc:docMk/>
            <pc:sldMk cId="1494914072" sldId="266"/>
            <ac:spMk id="10" creationId="{B19FBF8D-0461-8401-E4BE-C465E8BFBBDA}"/>
          </ac:spMkLst>
        </pc:spChg>
        <pc:spChg chg="mod">
          <ac:chgData name="marcles jones" userId="13001ac14ece7ef3" providerId="LiveId" clId="{B8A34175-C4E7-4367-8922-72277A60BE91}" dt="2026-01-30T16:57:07.561" v="35" actId="20577"/>
          <ac:spMkLst>
            <pc:docMk/>
            <pc:sldMk cId="1494914072" sldId="266"/>
            <ac:spMk id="11" creationId="{28F10C4E-1777-799B-10EA-F824536D1A0C}"/>
          </ac:spMkLst>
        </pc:spChg>
      </pc:sldChg>
      <pc:sldChg chg="addSp delSp modSp new mod">
        <pc:chgData name="marcles jones" userId="13001ac14ece7ef3" providerId="LiveId" clId="{B8A34175-C4E7-4367-8922-72277A60BE91}" dt="2026-01-30T17:22:00.008" v="931" actId="207"/>
        <pc:sldMkLst>
          <pc:docMk/>
          <pc:sldMk cId="3303463213" sldId="267"/>
        </pc:sldMkLst>
        <pc:spChg chg="add mod">
          <ac:chgData name="marcles jones" userId="13001ac14ece7ef3" providerId="LiveId" clId="{B8A34175-C4E7-4367-8922-72277A60BE91}" dt="2026-01-30T16:58:34.858" v="139" actId="1036"/>
          <ac:spMkLst>
            <pc:docMk/>
            <pc:sldMk cId="3303463213" sldId="267"/>
            <ac:spMk id="3" creationId="{FFD53AEE-E771-EB0B-DDBD-392AEC5D01B4}"/>
          </ac:spMkLst>
        </pc:spChg>
        <pc:spChg chg="add mod">
          <ac:chgData name="marcles jones" userId="13001ac14ece7ef3" providerId="LiveId" clId="{B8A34175-C4E7-4367-8922-72277A60BE91}" dt="2026-01-30T16:58:34.858" v="139" actId="1036"/>
          <ac:spMkLst>
            <pc:docMk/>
            <pc:sldMk cId="3303463213" sldId="267"/>
            <ac:spMk id="5" creationId="{B1980D4E-1119-A52D-D872-703308B28EE6}"/>
          </ac:spMkLst>
        </pc:spChg>
        <pc:spChg chg="add del mod">
          <ac:chgData name="marcles jones" userId="13001ac14ece7ef3" providerId="LiveId" clId="{B8A34175-C4E7-4367-8922-72277A60BE91}" dt="2026-01-30T16:59:09.470" v="163" actId="478"/>
          <ac:spMkLst>
            <pc:docMk/>
            <pc:sldMk cId="3303463213" sldId="267"/>
            <ac:spMk id="6" creationId="{DDFD6854-764E-53AD-B110-0E2270202401}"/>
          </ac:spMkLst>
        </pc:spChg>
        <pc:spChg chg="add mod">
          <ac:chgData name="marcles jones" userId="13001ac14ece7ef3" providerId="LiveId" clId="{B8A34175-C4E7-4367-8922-72277A60BE91}" dt="2026-01-30T16:59:15.229" v="177" actId="20577"/>
          <ac:spMkLst>
            <pc:docMk/>
            <pc:sldMk cId="3303463213" sldId="267"/>
            <ac:spMk id="7" creationId="{5870D6B3-F9F1-D3BD-8218-91A20B9B2EEE}"/>
          </ac:spMkLst>
        </pc:spChg>
        <pc:spChg chg="add mod">
          <ac:chgData name="marcles jones" userId="13001ac14ece7ef3" providerId="LiveId" clId="{B8A34175-C4E7-4367-8922-72277A60BE91}" dt="2026-01-30T16:59:57.818" v="225" actId="1035"/>
          <ac:spMkLst>
            <pc:docMk/>
            <pc:sldMk cId="3303463213" sldId="267"/>
            <ac:spMk id="8" creationId="{D09A22B9-9335-CE36-87F1-3D80811142B2}"/>
          </ac:spMkLst>
        </pc:spChg>
        <pc:spChg chg="add mod">
          <ac:chgData name="marcles jones" userId="13001ac14ece7ef3" providerId="LiveId" clId="{B8A34175-C4E7-4367-8922-72277A60BE91}" dt="2026-01-30T17:22:00.008" v="931" actId="207"/>
          <ac:spMkLst>
            <pc:docMk/>
            <pc:sldMk cId="3303463213" sldId="267"/>
            <ac:spMk id="9" creationId="{D9F539A5-C265-53EC-6809-74D7AA96B9A3}"/>
          </ac:spMkLst>
        </pc:spChg>
        <pc:graphicFrameChg chg="add del mod">
          <ac:chgData name="marcles jones" userId="13001ac14ece7ef3" providerId="LiveId" clId="{B8A34175-C4E7-4367-8922-72277A60BE91}" dt="2026-01-30T16:58:11.540" v="56" actId="478"/>
          <ac:graphicFrameMkLst>
            <pc:docMk/>
            <pc:sldMk cId="3303463213" sldId="267"/>
            <ac:graphicFrameMk id="2" creationId="{21551464-B68E-5B9D-E9BB-7F0D1E6A05FF}"/>
          </ac:graphicFrameMkLst>
        </pc:graphicFrameChg>
        <pc:graphicFrameChg chg="add del mod">
          <ac:chgData name="marcles jones" userId="13001ac14ece7ef3" providerId="LiveId" clId="{B8A34175-C4E7-4367-8922-72277A60BE91}" dt="2026-01-30T17:00:46.440" v="244" actId="21"/>
          <ac:graphicFrameMkLst>
            <pc:docMk/>
            <pc:sldMk cId="3303463213" sldId="267"/>
            <ac:graphicFrameMk id="4" creationId="{C4E258E2-7C87-2668-FA9B-E065598A0ED7}"/>
          </ac:graphicFrameMkLst>
        </pc:graphicFrameChg>
      </pc:sldChg>
      <pc:sldChg chg="addSp delSp modSp new mod ord">
        <pc:chgData name="marcles jones" userId="13001ac14ece7ef3" providerId="LiveId" clId="{B8A34175-C4E7-4367-8922-72277A60BE91}" dt="2026-01-30T17:44:06.134" v="1949"/>
        <pc:sldMkLst>
          <pc:docMk/>
          <pc:sldMk cId="21408307" sldId="268"/>
        </pc:sldMkLst>
        <pc:spChg chg="add del mod">
          <ac:chgData name="marcles jones" userId="13001ac14ece7ef3" providerId="LiveId" clId="{B8A34175-C4E7-4367-8922-72277A60BE91}" dt="2026-01-30T17:02:43.387" v="250" actId="478"/>
          <ac:spMkLst>
            <pc:docMk/>
            <pc:sldMk cId="21408307" sldId="268"/>
            <ac:spMk id="2" creationId="{2550A4F6-5004-E22B-A087-D70591652E79}"/>
          </ac:spMkLst>
        </pc:spChg>
        <pc:spChg chg="add mod">
          <ac:chgData name="marcles jones" userId="13001ac14ece7ef3" providerId="LiveId" clId="{B8A34175-C4E7-4367-8922-72277A60BE91}" dt="2026-01-30T17:21:45.975" v="926" actId="207"/>
          <ac:spMkLst>
            <pc:docMk/>
            <pc:sldMk cId="21408307" sldId="268"/>
            <ac:spMk id="3" creationId="{3E62F32A-953B-0D56-1376-3B898D09BB92}"/>
          </ac:spMkLst>
        </pc:spChg>
        <pc:spChg chg="add mod">
          <ac:chgData name="marcles jones" userId="13001ac14ece7ef3" providerId="LiveId" clId="{B8A34175-C4E7-4367-8922-72277A60BE91}" dt="2026-01-30T17:21:49.627" v="928" actId="207"/>
          <ac:spMkLst>
            <pc:docMk/>
            <pc:sldMk cId="21408307" sldId="268"/>
            <ac:spMk id="5" creationId="{5AC3620F-AA5D-F051-F9AE-22E1F8DB8904}"/>
          </ac:spMkLst>
        </pc:spChg>
        <pc:spChg chg="add mod">
          <ac:chgData name="marcles jones" userId="13001ac14ece7ef3" providerId="LiveId" clId="{B8A34175-C4E7-4367-8922-72277A60BE91}" dt="2026-01-30T17:04:03.488" v="349" actId="1038"/>
          <ac:spMkLst>
            <pc:docMk/>
            <pc:sldMk cId="21408307" sldId="268"/>
            <ac:spMk id="6" creationId="{B41AD2AF-8552-3E64-6E32-A9432BA78424}"/>
          </ac:spMkLst>
        </pc:spChg>
        <pc:spChg chg="add mod">
          <ac:chgData name="marcles jones" userId="13001ac14ece7ef3" providerId="LiveId" clId="{B8A34175-C4E7-4367-8922-72277A60BE91}" dt="2026-01-30T17:04:14.513" v="384" actId="1035"/>
          <ac:spMkLst>
            <pc:docMk/>
            <pc:sldMk cId="21408307" sldId="268"/>
            <ac:spMk id="7" creationId="{A68D67E2-886E-D5AA-3C49-2A4EACD39EEE}"/>
          </ac:spMkLst>
        </pc:spChg>
        <pc:spChg chg="add mod">
          <ac:chgData name="marcles jones" userId="13001ac14ece7ef3" providerId="LiveId" clId="{B8A34175-C4E7-4367-8922-72277A60BE91}" dt="2026-01-30T17:21:42.020" v="925" actId="207"/>
          <ac:spMkLst>
            <pc:docMk/>
            <pc:sldMk cId="21408307" sldId="268"/>
            <ac:spMk id="8" creationId="{395D69AD-BBDE-8742-C1A8-8AA592C2A1F2}"/>
          </ac:spMkLst>
        </pc:spChg>
        <pc:spChg chg="add mod">
          <ac:chgData name="marcles jones" userId="13001ac14ece7ef3" providerId="LiveId" clId="{B8A34175-C4E7-4367-8922-72277A60BE91}" dt="2026-01-30T17:27:59.831" v="1094" actId="20577"/>
          <ac:spMkLst>
            <pc:docMk/>
            <pc:sldMk cId="21408307" sldId="268"/>
            <ac:spMk id="9" creationId="{C7D62165-AC51-A11A-9DD2-358E009BAB28}"/>
          </ac:spMkLst>
        </pc:spChg>
        <pc:spChg chg="add mod">
          <ac:chgData name="marcles jones" userId="13001ac14ece7ef3" providerId="LiveId" clId="{B8A34175-C4E7-4367-8922-72277A60BE91}" dt="2026-01-30T17:21:47.731" v="927" actId="207"/>
          <ac:spMkLst>
            <pc:docMk/>
            <pc:sldMk cId="21408307" sldId="268"/>
            <ac:spMk id="10" creationId="{E4CCD0CC-50E7-CBD2-FCCA-65FF2E757F01}"/>
          </ac:spMkLst>
        </pc:spChg>
        <pc:spChg chg="add mod">
          <ac:chgData name="marcles jones" userId="13001ac14ece7ef3" providerId="LiveId" clId="{B8A34175-C4E7-4367-8922-72277A60BE91}" dt="2026-01-30T17:06:11.118" v="458" actId="14100"/>
          <ac:spMkLst>
            <pc:docMk/>
            <pc:sldMk cId="21408307" sldId="268"/>
            <ac:spMk id="11" creationId="{4386ACE2-EB40-8C5C-34FB-B4AD19CAD440}"/>
          </ac:spMkLst>
        </pc:spChg>
        <pc:spChg chg="add mod">
          <ac:chgData name="marcles jones" userId="13001ac14ece7ef3" providerId="LiveId" clId="{B8A34175-C4E7-4367-8922-72277A60BE91}" dt="2026-01-30T17:21:51.421" v="929" actId="207"/>
          <ac:spMkLst>
            <pc:docMk/>
            <pc:sldMk cId="21408307" sldId="268"/>
            <ac:spMk id="12" creationId="{F81F0795-EA9D-66E0-E78D-FDB4CBE83D9C}"/>
          </ac:spMkLst>
        </pc:spChg>
        <pc:spChg chg="add mod">
          <ac:chgData name="marcles jones" userId="13001ac14ece7ef3" providerId="LiveId" clId="{B8A34175-C4E7-4367-8922-72277A60BE91}" dt="2026-01-30T17:04:47.846" v="398" actId="1076"/>
          <ac:spMkLst>
            <pc:docMk/>
            <pc:sldMk cId="21408307" sldId="268"/>
            <ac:spMk id="13" creationId="{9B485245-5CBA-40A3-8A10-B87EAF708687}"/>
          </ac:spMkLst>
        </pc:spChg>
        <pc:spChg chg="add mod">
          <ac:chgData name="marcles jones" userId="13001ac14ece7ef3" providerId="LiveId" clId="{B8A34175-C4E7-4367-8922-72277A60BE91}" dt="2026-01-30T17:21:54.010" v="930" actId="207"/>
          <ac:spMkLst>
            <pc:docMk/>
            <pc:sldMk cId="21408307" sldId="268"/>
            <ac:spMk id="14" creationId="{1205AC1D-2477-E861-EEAB-8CCD08C0EBED}"/>
          </ac:spMkLst>
        </pc:spChg>
        <pc:spChg chg="add mod">
          <ac:chgData name="marcles jones" userId="13001ac14ece7ef3" providerId="LiveId" clId="{B8A34175-C4E7-4367-8922-72277A60BE91}" dt="2026-01-30T17:05:15.527" v="418" actId="14100"/>
          <ac:spMkLst>
            <pc:docMk/>
            <pc:sldMk cId="21408307" sldId="268"/>
            <ac:spMk id="15" creationId="{BDF4D822-66C3-436A-2B24-762889070699}"/>
          </ac:spMkLst>
        </pc:spChg>
        <pc:spChg chg="add mod">
          <ac:chgData name="marcles jones" userId="13001ac14ece7ef3" providerId="LiveId" clId="{B8A34175-C4E7-4367-8922-72277A60BE91}" dt="2026-01-30T17:05:49.484" v="446" actId="1036"/>
          <ac:spMkLst>
            <pc:docMk/>
            <pc:sldMk cId="21408307" sldId="268"/>
            <ac:spMk id="16" creationId="{5DF63F74-2751-EE4D-6CC3-068C95B55113}"/>
          </ac:spMkLst>
        </pc:spChg>
        <pc:spChg chg="add mod">
          <ac:chgData name="marcles jones" userId="13001ac14ece7ef3" providerId="LiveId" clId="{B8A34175-C4E7-4367-8922-72277A60BE91}" dt="2026-01-30T17:06:23.259" v="459"/>
          <ac:spMkLst>
            <pc:docMk/>
            <pc:sldMk cId="21408307" sldId="268"/>
            <ac:spMk id="17" creationId="{9C89608A-2230-7E91-C98C-3F8291098745}"/>
          </ac:spMkLst>
        </pc:spChg>
        <pc:spChg chg="add del mod">
          <ac:chgData name="marcles jones" userId="13001ac14ece7ef3" providerId="LiveId" clId="{B8A34175-C4E7-4367-8922-72277A60BE91}" dt="2026-01-30T17:07:34.567" v="483" actId="478"/>
          <ac:spMkLst>
            <pc:docMk/>
            <pc:sldMk cId="21408307" sldId="268"/>
            <ac:spMk id="18" creationId="{4E5EC52B-8537-F4CF-46A2-676EEE6C87A8}"/>
          </ac:spMkLst>
        </pc:spChg>
        <pc:spChg chg="add del mod">
          <ac:chgData name="marcles jones" userId="13001ac14ece7ef3" providerId="LiveId" clId="{B8A34175-C4E7-4367-8922-72277A60BE91}" dt="2026-01-30T17:07:33.869" v="482" actId="478"/>
          <ac:spMkLst>
            <pc:docMk/>
            <pc:sldMk cId="21408307" sldId="268"/>
            <ac:spMk id="19" creationId="{EC86AF79-B6CA-7765-E245-AE83D346F0D2}"/>
          </ac:spMkLst>
        </pc:spChg>
        <pc:graphicFrameChg chg="add del mod">
          <ac:chgData name="marcles jones" userId="13001ac14ece7ef3" providerId="LiveId" clId="{B8A34175-C4E7-4367-8922-72277A60BE91}" dt="2026-01-30T17:08:04.834" v="484" actId="21"/>
          <ac:graphicFrameMkLst>
            <pc:docMk/>
            <pc:sldMk cId="21408307" sldId="268"/>
            <ac:graphicFrameMk id="4" creationId="{C4E258E2-7C87-2668-FA9B-E065598A0ED7}"/>
          </ac:graphicFrameMkLst>
        </pc:graphicFrameChg>
      </pc:sldChg>
      <pc:sldChg chg="addSp delSp modSp add mod ord">
        <pc:chgData name="marcles jones" userId="13001ac14ece7ef3" providerId="LiveId" clId="{B8A34175-C4E7-4367-8922-72277A60BE91}" dt="2026-01-30T17:36:07.453" v="1507"/>
        <pc:sldMkLst>
          <pc:docMk/>
          <pc:sldMk cId="3038269274" sldId="269"/>
        </pc:sldMkLst>
        <pc:spChg chg="add mod">
          <ac:chgData name="marcles jones" userId="13001ac14ece7ef3" providerId="LiveId" clId="{B8A34175-C4E7-4367-8922-72277A60BE91}" dt="2026-01-30T17:08:53.242" v="489"/>
          <ac:spMkLst>
            <pc:docMk/>
            <pc:sldMk cId="3038269274" sldId="269"/>
            <ac:spMk id="2" creationId="{6C5E8F21-7842-564F-6563-A055376BC81B}"/>
          </ac:spMkLst>
        </pc:spChg>
        <pc:spChg chg="del">
          <ac:chgData name="marcles jones" userId="13001ac14ece7ef3" providerId="LiveId" clId="{B8A34175-C4E7-4367-8922-72277A60BE91}" dt="2026-01-30T17:08:26.720" v="487" actId="478"/>
          <ac:spMkLst>
            <pc:docMk/>
            <pc:sldMk cId="3038269274" sldId="269"/>
            <ac:spMk id="3" creationId="{6715124B-B79D-FE0D-C595-D0DD1C52D543}"/>
          </ac:spMkLst>
        </pc:spChg>
        <pc:spChg chg="add mod">
          <ac:chgData name="marcles jones" userId="13001ac14ece7ef3" providerId="LiveId" clId="{B8A34175-C4E7-4367-8922-72277A60BE91}" dt="2026-01-30T17:12:16.980" v="621" actId="14100"/>
          <ac:spMkLst>
            <pc:docMk/>
            <pc:sldMk cId="3038269274" sldId="269"/>
            <ac:spMk id="4" creationId="{02EA0815-3462-5B32-CF97-B60F73B36FA7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5" creationId="{96556C66-A12D-8B4A-6EED-EB47ED23EF08}"/>
          </ac:spMkLst>
        </pc:spChg>
        <pc:spChg chg="del">
          <ac:chgData name="marcles jones" userId="13001ac14ece7ef3" providerId="LiveId" clId="{B8A34175-C4E7-4367-8922-72277A60BE91}" dt="2026-01-30T17:08:26.720" v="487" actId="478"/>
          <ac:spMkLst>
            <pc:docMk/>
            <pc:sldMk cId="3038269274" sldId="269"/>
            <ac:spMk id="6" creationId="{3C7AC85A-C9E5-3777-7237-3F056956BE32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7" creationId="{DCA6F8FD-3C2A-A3EC-39F8-FF45706B2AC8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8" creationId="{9EA4141B-6E44-83DE-A8D2-345E81194AAC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9" creationId="{563B8EEF-AECE-B860-60D2-168C44CB6CE4}"/>
          </ac:spMkLst>
        </pc:spChg>
        <pc:spChg chg="del">
          <ac:chgData name="marcles jones" userId="13001ac14ece7ef3" providerId="LiveId" clId="{B8A34175-C4E7-4367-8922-72277A60BE91}" dt="2026-01-30T17:08:26.720" v="487" actId="478"/>
          <ac:spMkLst>
            <pc:docMk/>
            <pc:sldMk cId="3038269274" sldId="269"/>
            <ac:spMk id="10" creationId="{80F1038B-AB02-4ABD-E1CF-23DE085D6B0E}"/>
          </ac:spMkLst>
        </pc:spChg>
        <pc:spChg chg="del">
          <ac:chgData name="marcles jones" userId="13001ac14ece7ef3" providerId="LiveId" clId="{B8A34175-C4E7-4367-8922-72277A60BE91}" dt="2026-01-30T17:08:26.720" v="487" actId="478"/>
          <ac:spMkLst>
            <pc:docMk/>
            <pc:sldMk cId="3038269274" sldId="269"/>
            <ac:spMk id="11" creationId="{B19E7492-161C-2BF8-DDA2-9FAF221822FA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12" creationId="{A2333CAC-E0B5-7F1C-EE86-01A972399E84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13" creationId="{690599F8-0840-520E-E799-58AA03853553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14" creationId="{D4BB4DD7-5F39-4F0D-AA56-6E3601D5187C}"/>
          </ac:spMkLst>
        </pc:spChg>
        <pc:spChg chg="del">
          <ac:chgData name="marcles jones" userId="13001ac14ece7ef3" providerId="LiveId" clId="{B8A34175-C4E7-4367-8922-72277A60BE91}" dt="2026-01-30T17:08:21.284" v="486" actId="478"/>
          <ac:spMkLst>
            <pc:docMk/>
            <pc:sldMk cId="3038269274" sldId="269"/>
            <ac:spMk id="15" creationId="{491BE630-E96E-8250-481A-01BFFA0D713C}"/>
          </ac:spMkLst>
        </pc:spChg>
        <pc:spChg chg="del">
          <ac:chgData name="marcles jones" userId="13001ac14ece7ef3" providerId="LiveId" clId="{B8A34175-C4E7-4367-8922-72277A60BE91}" dt="2026-01-30T17:08:29.044" v="488" actId="478"/>
          <ac:spMkLst>
            <pc:docMk/>
            <pc:sldMk cId="3038269274" sldId="269"/>
            <ac:spMk id="16" creationId="{9C8ED806-FFE3-A378-71E7-EA7766D79954}"/>
          </ac:spMkLst>
        </pc:spChg>
        <pc:spChg chg="add mod">
          <ac:chgData name="marcles jones" userId="13001ac14ece7ef3" providerId="LiveId" clId="{B8A34175-C4E7-4367-8922-72277A60BE91}" dt="2026-01-30T17:12:29.460" v="624" actId="14100"/>
          <ac:spMkLst>
            <pc:docMk/>
            <pc:sldMk cId="3038269274" sldId="269"/>
            <ac:spMk id="18" creationId="{FE47EBF1-5BBC-1E99-5189-8FF1193C07F0}"/>
          </ac:spMkLst>
        </pc:spChg>
        <pc:spChg chg="add mod">
          <ac:chgData name="marcles jones" userId="13001ac14ece7ef3" providerId="LiveId" clId="{B8A34175-C4E7-4367-8922-72277A60BE91}" dt="2026-01-30T17:21:14.250" v="919" actId="207"/>
          <ac:spMkLst>
            <pc:docMk/>
            <pc:sldMk cId="3038269274" sldId="269"/>
            <ac:spMk id="21" creationId="{CC2044E4-433B-FC40-A9A5-440AC74B4564}"/>
          </ac:spMkLst>
        </pc:spChg>
        <pc:spChg chg="add mod">
          <ac:chgData name="marcles jones" userId="13001ac14ece7ef3" providerId="LiveId" clId="{B8A34175-C4E7-4367-8922-72277A60BE91}" dt="2026-01-30T17:14:57.678" v="704" actId="1035"/>
          <ac:spMkLst>
            <pc:docMk/>
            <pc:sldMk cId="3038269274" sldId="269"/>
            <ac:spMk id="22" creationId="{5E4A931F-8DAF-2BFC-C0A7-2CB97AF70801}"/>
          </ac:spMkLst>
        </pc:spChg>
        <pc:graphicFrameChg chg="add mod modGraphic">
          <ac:chgData name="marcles jones" userId="13001ac14ece7ef3" providerId="LiveId" clId="{B8A34175-C4E7-4367-8922-72277A60BE91}" dt="2026-01-30T17:21:19.684" v="920" actId="207"/>
          <ac:graphicFrameMkLst>
            <pc:docMk/>
            <pc:sldMk cId="3038269274" sldId="269"/>
            <ac:graphicFrameMk id="19" creationId="{B23BDD23-EFC7-CC70-B1A9-CF7FC2081E63}"/>
          </ac:graphicFrameMkLst>
        </pc:graphicFrameChg>
        <pc:graphicFrameChg chg="add mod modGraphic">
          <ac:chgData name="marcles jones" userId="13001ac14ece7ef3" providerId="LiveId" clId="{B8A34175-C4E7-4367-8922-72277A60BE91}" dt="2026-01-30T17:21:22.477" v="921" actId="207"/>
          <ac:graphicFrameMkLst>
            <pc:docMk/>
            <pc:sldMk cId="3038269274" sldId="269"/>
            <ac:graphicFrameMk id="20" creationId="{5C1BCE3F-3D35-AC86-26BF-F6A0D362CCBF}"/>
          </ac:graphicFrameMkLst>
        </pc:graphicFrameChg>
      </pc:sldChg>
      <pc:sldChg chg="delSp add del mod">
        <pc:chgData name="marcles jones" userId="13001ac14ece7ef3" providerId="LiveId" clId="{B8A34175-C4E7-4367-8922-72277A60BE91}" dt="2026-01-30T17:15:48.179" v="711" actId="47"/>
        <pc:sldMkLst>
          <pc:docMk/>
          <pc:sldMk cId="2651240536" sldId="270"/>
        </pc:sldMkLst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3" creationId="{A7E5135D-749F-50BD-A64F-E347BB98A592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5" creationId="{240A803E-65E7-22AA-23F2-BB62AA1F2E94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7" creationId="{F85FB781-2E85-6020-B535-DC780BF43A15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8" creationId="{53F545AA-1627-7632-58F4-14697E46DE57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9" creationId="{3FE65464-07D6-3BAF-CD23-4947CFE7AD5E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10" creationId="{D9660C81-09B4-6F81-0CDA-27AB6CF6E1BA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11" creationId="{A1812185-6F76-0667-D7F7-BFAD3BA6BC61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12" creationId="{DC37D4B7-2B6A-BF59-54FB-4356178D2543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13" creationId="{A2A31CF9-9BD6-36A7-FEC1-38BA78DCB801}"/>
          </ac:spMkLst>
        </pc:spChg>
        <pc:spChg chg="del">
          <ac:chgData name="marcles jones" userId="13001ac14ece7ef3" providerId="LiveId" clId="{B8A34175-C4E7-4367-8922-72277A60BE91}" dt="2026-01-30T17:15:17.565" v="707" actId="478"/>
          <ac:spMkLst>
            <pc:docMk/>
            <pc:sldMk cId="2651240536" sldId="270"/>
            <ac:spMk id="14" creationId="{E745C816-13BB-CB29-968C-BA999F1E7588}"/>
          </ac:spMkLst>
        </pc:spChg>
        <pc:spChg chg="del">
          <ac:chgData name="marcles jones" userId="13001ac14ece7ef3" providerId="LiveId" clId="{B8A34175-C4E7-4367-8922-72277A60BE91}" dt="2026-01-30T17:15:14.158" v="706" actId="478"/>
          <ac:spMkLst>
            <pc:docMk/>
            <pc:sldMk cId="2651240536" sldId="270"/>
            <ac:spMk id="16" creationId="{D2B3BAD8-2A9C-8C5D-8FCF-3639CF436653}"/>
          </ac:spMkLst>
        </pc:spChg>
      </pc:sldChg>
      <pc:sldChg chg="addSp delSp modSp add mod ord">
        <pc:chgData name="marcles jones" userId="13001ac14ece7ef3" providerId="LiveId" clId="{B8A34175-C4E7-4367-8922-72277A60BE91}" dt="2026-01-30T17:51:29.057" v="2272" actId="1076"/>
        <pc:sldMkLst>
          <pc:docMk/>
          <pc:sldMk cId="1942300626" sldId="271"/>
        </pc:sldMkLst>
        <pc:spChg chg="add del mod">
          <ac:chgData name="marcles jones" userId="13001ac14ece7ef3" providerId="LiveId" clId="{B8A34175-C4E7-4367-8922-72277A60BE91}" dt="2026-01-30T17:15:57.478" v="714" actId="478"/>
          <ac:spMkLst>
            <pc:docMk/>
            <pc:sldMk cId="1942300626" sldId="271"/>
            <ac:spMk id="3" creationId="{9EACD052-0F01-8E92-8C27-E9FD7B9D1A78}"/>
          </ac:spMkLst>
        </pc:spChg>
        <pc:spChg chg="mod">
          <ac:chgData name="marcles jones" userId="13001ac14ece7ef3" providerId="LiveId" clId="{B8A34175-C4E7-4367-8922-72277A60BE91}" dt="2026-01-30T17:21:30.263" v="922" actId="207"/>
          <ac:spMkLst>
            <pc:docMk/>
            <pc:sldMk cId="1942300626" sldId="271"/>
            <ac:spMk id="4" creationId="{E1FF40DA-D842-0910-1FA2-039F5A05EA27}"/>
          </ac:spMkLst>
        </pc:spChg>
        <pc:spChg chg="add mod">
          <ac:chgData name="marcles jones" userId="13001ac14ece7ef3" providerId="LiveId" clId="{B8A34175-C4E7-4367-8922-72277A60BE91}" dt="2026-01-30T17:50:23.693" v="2243" actId="20577"/>
          <ac:spMkLst>
            <pc:docMk/>
            <pc:sldMk cId="1942300626" sldId="271"/>
            <ac:spMk id="5" creationId="{AA363D3C-EFA4-5DBC-CDB4-E60BCD6E9C78}"/>
          </ac:spMkLst>
        </pc:spChg>
        <pc:spChg chg="mod">
          <ac:chgData name="marcles jones" userId="13001ac14ece7ef3" providerId="LiveId" clId="{B8A34175-C4E7-4367-8922-72277A60BE91}" dt="2026-01-30T17:21:36.119" v="924" actId="207"/>
          <ac:spMkLst>
            <pc:docMk/>
            <pc:sldMk cId="1942300626" sldId="271"/>
            <ac:spMk id="7" creationId="{56B895B0-72BE-6507-AB8F-C3492C996E6F}"/>
          </ac:spMkLst>
        </pc:spChg>
        <pc:spChg chg="add mod">
          <ac:chgData name="marcles jones" userId="13001ac14ece7ef3" providerId="LiveId" clId="{B8A34175-C4E7-4367-8922-72277A60BE91}" dt="2026-01-30T17:51:08.672" v="2264" actId="1076"/>
          <ac:spMkLst>
            <pc:docMk/>
            <pc:sldMk cId="1942300626" sldId="271"/>
            <ac:spMk id="8" creationId="{982165E4-82ED-ACFA-C131-DEF411E8DA3C}"/>
          </ac:spMkLst>
        </pc:spChg>
        <pc:spChg chg="add mod">
          <ac:chgData name="marcles jones" userId="13001ac14ece7ef3" providerId="LiveId" clId="{B8A34175-C4E7-4367-8922-72277A60BE91}" dt="2026-01-30T17:51:29.057" v="2272" actId="1076"/>
          <ac:spMkLst>
            <pc:docMk/>
            <pc:sldMk cId="1942300626" sldId="271"/>
            <ac:spMk id="9" creationId="{767F672D-47C2-C860-1E70-898FB25914B2}"/>
          </ac:spMkLst>
        </pc:spChg>
        <pc:spChg chg="mod">
          <ac:chgData name="marcles jones" userId="13001ac14ece7ef3" providerId="LiveId" clId="{B8A34175-C4E7-4367-8922-72277A60BE91}" dt="2026-01-30T17:28:06.925" v="1097" actId="20577"/>
          <ac:spMkLst>
            <pc:docMk/>
            <pc:sldMk cId="1942300626" sldId="271"/>
            <ac:spMk id="14" creationId="{D25D7ABF-214C-2CEF-3E83-18B287AEF778}"/>
          </ac:spMkLst>
        </pc:spChg>
      </pc:sldChg>
      <pc:sldChg chg="addSp delSp modSp add mod">
        <pc:chgData name="marcles jones" userId="13001ac14ece7ef3" providerId="LiveId" clId="{B8A34175-C4E7-4367-8922-72277A60BE91}" dt="2026-01-30T17:28:13.583" v="1100" actId="207"/>
        <pc:sldMkLst>
          <pc:docMk/>
          <pc:sldMk cId="291383074" sldId="272"/>
        </pc:sldMkLst>
        <pc:spChg chg="add mod">
          <ac:chgData name="marcles jones" userId="13001ac14ece7ef3" providerId="LiveId" clId="{B8A34175-C4E7-4367-8922-72277A60BE91}" dt="2026-01-30T17:17:27.785" v="767" actId="20577"/>
          <ac:spMkLst>
            <pc:docMk/>
            <pc:sldMk cId="291383074" sldId="272"/>
            <ac:spMk id="3" creationId="{5583A278-4AA0-98BD-04D5-D5A4EFC60555}"/>
          </ac:spMkLst>
        </pc:spChg>
        <pc:spChg chg="mod">
          <ac:chgData name="marcles jones" userId="13001ac14ece7ef3" providerId="LiveId" clId="{B8A34175-C4E7-4367-8922-72277A60BE91}" dt="2026-01-30T17:20:47.352" v="915" actId="207"/>
          <ac:spMkLst>
            <pc:docMk/>
            <pc:sldMk cId="291383074" sldId="272"/>
            <ac:spMk id="4" creationId="{43734F33-1F97-7829-40E6-CB2CDEE2FC2A}"/>
          </ac:spMkLst>
        </pc:spChg>
        <pc:spChg chg="del">
          <ac:chgData name="marcles jones" userId="13001ac14ece7ef3" providerId="LiveId" clId="{B8A34175-C4E7-4367-8922-72277A60BE91}" dt="2026-01-30T17:16:33.346" v="728" actId="478"/>
          <ac:spMkLst>
            <pc:docMk/>
            <pc:sldMk cId="291383074" sldId="272"/>
            <ac:spMk id="5" creationId="{C9EFF92D-A133-3AAF-8E23-615EEFE0DF35}"/>
          </ac:spMkLst>
        </pc:spChg>
        <pc:spChg chg="del mod">
          <ac:chgData name="marcles jones" userId="13001ac14ece7ef3" providerId="LiveId" clId="{B8A34175-C4E7-4367-8922-72277A60BE91}" dt="2026-01-30T17:17:06.653" v="752" actId="478"/>
          <ac:spMkLst>
            <pc:docMk/>
            <pc:sldMk cId="291383074" sldId="272"/>
            <ac:spMk id="6" creationId="{6855371A-6919-A18C-89DD-2ED7F386B94A}"/>
          </ac:spMkLst>
        </pc:spChg>
        <pc:spChg chg="mod">
          <ac:chgData name="marcles jones" userId="13001ac14ece7ef3" providerId="LiveId" clId="{B8A34175-C4E7-4367-8922-72277A60BE91}" dt="2026-01-30T17:21:06.465" v="918" actId="207"/>
          <ac:spMkLst>
            <pc:docMk/>
            <pc:sldMk cId="291383074" sldId="272"/>
            <ac:spMk id="7" creationId="{FCE82227-A326-F6FD-6B85-D7A5BE60886C}"/>
          </ac:spMkLst>
        </pc:spChg>
        <pc:spChg chg="add mod">
          <ac:chgData name="marcles jones" userId="13001ac14ece7ef3" providerId="LiveId" clId="{B8A34175-C4E7-4367-8922-72277A60BE91}" dt="2026-01-30T17:18:29.134" v="802" actId="1076"/>
          <ac:spMkLst>
            <pc:docMk/>
            <pc:sldMk cId="291383074" sldId="272"/>
            <ac:spMk id="8" creationId="{355488A9-B463-EA56-913F-FC8C79D6C7CC}"/>
          </ac:spMkLst>
        </pc:spChg>
        <pc:spChg chg="add mod">
          <ac:chgData name="marcles jones" userId="13001ac14ece7ef3" providerId="LiveId" clId="{B8A34175-C4E7-4367-8922-72277A60BE91}" dt="2026-01-30T17:20:49.757" v="916" actId="207"/>
          <ac:spMkLst>
            <pc:docMk/>
            <pc:sldMk cId="291383074" sldId="272"/>
            <ac:spMk id="9" creationId="{596FF360-C3AA-CDDE-11D2-4B94281F8CFF}"/>
          </ac:spMkLst>
        </pc:spChg>
        <pc:spChg chg="add mod">
          <ac:chgData name="marcles jones" userId="13001ac14ece7ef3" providerId="LiveId" clId="{B8A34175-C4E7-4367-8922-72277A60BE91}" dt="2026-01-30T17:19:34.476" v="867" actId="1038"/>
          <ac:spMkLst>
            <pc:docMk/>
            <pc:sldMk cId="291383074" sldId="272"/>
            <ac:spMk id="10" creationId="{9B3E2C87-2C9A-F17A-ED3E-3504C445C3EA}"/>
          </ac:spMkLst>
        </pc:spChg>
        <pc:spChg chg="add mod">
          <ac:chgData name="marcles jones" userId="13001ac14ece7ef3" providerId="LiveId" clId="{B8A34175-C4E7-4367-8922-72277A60BE91}" dt="2026-01-30T17:20:18.425" v="901" actId="1076"/>
          <ac:spMkLst>
            <pc:docMk/>
            <pc:sldMk cId="291383074" sldId="272"/>
            <ac:spMk id="11" creationId="{62FF99EC-AA62-841B-4348-EEAE8BC56BFA}"/>
          </ac:spMkLst>
        </pc:spChg>
        <pc:spChg chg="add mod">
          <ac:chgData name="marcles jones" userId="13001ac14ece7ef3" providerId="LiveId" clId="{B8A34175-C4E7-4367-8922-72277A60BE91}" dt="2026-01-30T17:20:55.150" v="917" actId="207"/>
          <ac:spMkLst>
            <pc:docMk/>
            <pc:sldMk cId="291383074" sldId="272"/>
            <ac:spMk id="12" creationId="{26CE2BE5-C58C-4E6F-2434-B53C226B6146}"/>
          </ac:spMkLst>
        </pc:spChg>
        <pc:spChg chg="mod">
          <ac:chgData name="marcles jones" userId="13001ac14ece7ef3" providerId="LiveId" clId="{B8A34175-C4E7-4367-8922-72277A60BE91}" dt="2026-01-30T17:28:13.583" v="1100" actId="207"/>
          <ac:spMkLst>
            <pc:docMk/>
            <pc:sldMk cId="291383074" sldId="272"/>
            <ac:spMk id="14" creationId="{1657EC2B-9A27-0798-E2DA-7101DEB96FFE}"/>
          </ac:spMkLst>
        </pc:spChg>
      </pc:sldChg>
      <pc:sldChg chg="addSp delSp modSp new mod ord">
        <pc:chgData name="marcles jones" userId="13001ac14ece7ef3" providerId="LiveId" clId="{B8A34175-C4E7-4367-8922-72277A60BE91}" dt="2026-01-30T18:02:32.911" v="2689" actId="1076"/>
        <pc:sldMkLst>
          <pc:docMk/>
          <pc:sldMk cId="3319186407" sldId="273"/>
        </pc:sldMkLst>
        <pc:spChg chg="add del mod">
          <ac:chgData name="marcles jones" userId="13001ac14ece7ef3" providerId="LiveId" clId="{B8A34175-C4E7-4367-8922-72277A60BE91}" dt="2026-01-30T17:57:26.599" v="2419" actId="478"/>
          <ac:spMkLst>
            <pc:docMk/>
            <pc:sldMk cId="3319186407" sldId="273"/>
            <ac:spMk id="14" creationId="{C24EDD5E-597B-773B-C21F-AD470B2F4D30}"/>
          </ac:spMkLst>
        </pc:spChg>
        <pc:spChg chg="add mod">
          <ac:chgData name="marcles jones" userId="13001ac14ece7ef3" providerId="LiveId" clId="{B8A34175-C4E7-4367-8922-72277A60BE91}" dt="2026-01-30T17:57:31.673" v="2423" actId="1037"/>
          <ac:spMkLst>
            <pc:docMk/>
            <pc:sldMk cId="3319186407" sldId="273"/>
            <ac:spMk id="15" creationId="{A8BD3786-9BD7-A1A5-7304-B357F2DFAEE8}"/>
          </ac:spMkLst>
        </pc:spChg>
        <pc:spChg chg="add mod">
          <ac:chgData name="marcles jones" userId="13001ac14ece7ef3" providerId="LiveId" clId="{B8A34175-C4E7-4367-8922-72277A60BE91}" dt="2026-01-30T18:01:45.778" v="2646" actId="1036"/>
          <ac:spMkLst>
            <pc:docMk/>
            <pc:sldMk cId="3319186407" sldId="273"/>
            <ac:spMk id="34" creationId="{EDB53481-6D92-8412-FE58-B7E69E78C60A}"/>
          </ac:spMkLst>
        </pc:spChg>
        <pc:spChg chg="add mod">
          <ac:chgData name="marcles jones" userId="13001ac14ece7ef3" providerId="LiveId" clId="{B8A34175-C4E7-4367-8922-72277A60BE91}" dt="2026-01-30T18:02:32.911" v="2689" actId="1076"/>
          <ac:spMkLst>
            <pc:docMk/>
            <pc:sldMk cId="3319186407" sldId="273"/>
            <ac:spMk id="35" creationId="{F62731CC-C9FD-656C-534E-3894D56EAC0F}"/>
          </ac:spMkLst>
        </pc:spChg>
        <pc:graphicFrameChg chg="add mod modGraphic">
          <ac:chgData name="marcles jones" userId="13001ac14ece7ef3" providerId="LiveId" clId="{B8A34175-C4E7-4367-8922-72277A60BE91}" dt="2026-01-30T18:00:49.616" v="2564" actId="1076"/>
          <ac:graphicFrameMkLst>
            <pc:docMk/>
            <pc:sldMk cId="3319186407" sldId="273"/>
            <ac:graphicFrameMk id="2" creationId="{BA267D6B-3293-F782-69F5-6903AD6303A4}"/>
          </ac:graphicFrameMkLst>
        </pc:graphicFrameChg>
        <pc:graphicFrameChg chg="add mod modGraphic">
          <ac:chgData name="marcles jones" userId="13001ac14ece7ef3" providerId="LiveId" clId="{B8A34175-C4E7-4367-8922-72277A60BE91}" dt="2026-01-30T17:46:42.797" v="2071"/>
          <ac:graphicFrameMkLst>
            <pc:docMk/>
            <pc:sldMk cId="3319186407" sldId="273"/>
            <ac:graphicFrameMk id="3" creationId="{A8E64FFA-CB72-ABCC-C4DD-90D7A47C27FB}"/>
          </ac:graphicFrameMkLst>
        </pc:graphicFrameChg>
        <pc:graphicFrameChg chg="add del mod">
          <ac:chgData name="marcles jones" userId="13001ac14ece7ef3" providerId="LiveId" clId="{B8A34175-C4E7-4367-8922-72277A60BE91}" dt="2026-01-30T17:46:00.828" v="2062" actId="478"/>
          <ac:graphicFrameMkLst>
            <pc:docMk/>
            <pc:sldMk cId="3319186407" sldId="273"/>
            <ac:graphicFrameMk id="4" creationId="{1EF85AEB-21C9-FB3F-657A-0767990BEC1D}"/>
          </ac:graphicFrameMkLst>
        </pc:graphicFrameChg>
        <pc:graphicFrameChg chg="add del mod modGraphic">
          <ac:chgData name="marcles jones" userId="13001ac14ece7ef3" providerId="LiveId" clId="{B8A34175-C4E7-4367-8922-72277A60BE91}" dt="2026-01-30T17:46:27.247" v="2068" actId="478"/>
          <ac:graphicFrameMkLst>
            <pc:docMk/>
            <pc:sldMk cId="3319186407" sldId="273"/>
            <ac:graphicFrameMk id="5" creationId="{410F6380-8825-E82B-33AA-79ADF7F49E4F}"/>
          </ac:graphicFrameMkLst>
        </pc:graphicFrameChg>
        <pc:graphicFrameChg chg="add mod modGraphic">
          <ac:chgData name="marcles jones" userId="13001ac14ece7ef3" providerId="LiveId" clId="{B8A34175-C4E7-4367-8922-72277A60BE91}" dt="2026-01-30T17:53:10.985" v="2383" actId="20577"/>
          <ac:graphicFrameMkLst>
            <pc:docMk/>
            <pc:sldMk cId="3319186407" sldId="273"/>
            <ac:graphicFrameMk id="6" creationId="{AC06CE94-B36E-2BB2-BB73-FF67E5944C22}"/>
          </ac:graphicFrameMkLst>
        </pc:graphicFrameChg>
        <pc:cxnChg chg="add mod">
          <ac:chgData name="marcles jones" userId="13001ac14ece7ef3" providerId="LiveId" clId="{B8A34175-C4E7-4367-8922-72277A60BE91}" dt="2026-01-30T17:55:08.536" v="2392" actId="14100"/>
          <ac:cxnSpMkLst>
            <pc:docMk/>
            <pc:sldMk cId="3319186407" sldId="273"/>
            <ac:cxnSpMk id="8" creationId="{FEDC7B64-D6E2-C04F-A0D0-36F8446B7710}"/>
          </ac:cxnSpMkLst>
        </pc:cxnChg>
        <pc:cxnChg chg="add del mod">
          <ac:chgData name="marcles jones" userId="13001ac14ece7ef3" providerId="LiveId" clId="{B8A34175-C4E7-4367-8922-72277A60BE91}" dt="2026-01-30T17:55:34.799" v="2398" actId="11529"/>
          <ac:cxnSpMkLst>
            <pc:docMk/>
            <pc:sldMk cId="3319186407" sldId="273"/>
            <ac:cxnSpMk id="12" creationId="{81418EC8-6F88-633F-EBB9-63A4049F4D70}"/>
          </ac:cxnSpMkLst>
        </pc:cxnChg>
        <pc:cxnChg chg="add mod">
          <ac:chgData name="marcles jones" userId="13001ac14ece7ef3" providerId="LiveId" clId="{B8A34175-C4E7-4367-8922-72277A60BE91}" dt="2026-01-30T17:57:55.745" v="2425" actId="13822"/>
          <ac:cxnSpMkLst>
            <pc:docMk/>
            <pc:sldMk cId="3319186407" sldId="273"/>
            <ac:cxnSpMk id="17" creationId="{01970A98-E8CE-1E76-75DB-35F4CB28D214}"/>
          </ac:cxnSpMkLst>
        </pc:cxnChg>
        <pc:cxnChg chg="add mod">
          <ac:chgData name="marcles jones" userId="13001ac14ece7ef3" providerId="LiveId" clId="{B8A34175-C4E7-4367-8922-72277A60BE91}" dt="2026-01-30T17:58:16.963" v="2430" actId="14100"/>
          <ac:cxnSpMkLst>
            <pc:docMk/>
            <pc:sldMk cId="3319186407" sldId="273"/>
            <ac:cxnSpMk id="18" creationId="{0FC59375-82C1-E211-9096-3CC9629253B9}"/>
          </ac:cxnSpMkLst>
        </pc:cxnChg>
        <pc:cxnChg chg="add mod">
          <ac:chgData name="marcles jones" userId="13001ac14ece7ef3" providerId="LiveId" clId="{B8A34175-C4E7-4367-8922-72277A60BE91}" dt="2026-01-30T17:58:35.136" v="2442" actId="1038"/>
          <ac:cxnSpMkLst>
            <pc:docMk/>
            <pc:sldMk cId="3319186407" sldId="273"/>
            <ac:cxnSpMk id="24" creationId="{F926EB79-1D3E-CE67-AC34-637CAFC3BC32}"/>
          </ac:cxnSpMkLst>
        </pc:cxnChg>
        <pc:cxnChg chg="add mod">
          <ac:chgData name="marcles jones" userId="13001ac14ece7ef3" providerId="LiveId" clId="{B8A34175-C4E7-4367-8922-72277A60BE91}" dt="2026-01-30T17:59:19.624" v="2444" actId="13822"/>
          <ac:cxnSpMkLst>
            <pc:docMk/>
            <pc:sldMk cId="3319186407" sldId="273"/>
            <ac:cxnSpMk id="26" creationId="{3AE51247-1930-0664-BB9A-33726A36D723}"/>
          </ac:cxnSpMkLst>
        </pc:cxnChg>
        <pc:cxnChg chg="add mod">
          <ac:chgData name="marcles jones" userId="13001ac14ece7ef3" providerId="LiveId" clId="{B8A34175-C4E7-4367-8922-72277A60BE91}" dt="2026-01-30T18:00:02.772" v="2559" actId="1035"/>
          <ac:cxnSpMkLst>
            <pc:docMk/>
            <pc:sldMk cId="3319186407" sldId="273"/>
            <ac:cxnSpMk id="28" creationId="{7A219E1C-B03C-4D80-D537-41D0179558FB}"/>
          </ac:cxnSpMkLst>
        </pc:cxnChg>
        <pc:cxnChg chg="add mod">
          <ac:chgData name="marcles jones" userId="13001ac14ece7ef3" providerId="LiveId" clId="{B8A34175-C4E7-4367-8922-72277A60BE91}" dt="2026-01-30T18:00:20.888" v="2563" actId="14100"/>
          <ac:cxnSpMkLst>
            <pc:docMk/>
            <pc:sldMk cId="3319186407" sldId="273"/>
            <ac:cxnSpMk id="29" creationId="{51DA03B3-F4DB-1F80-5BCD-2BC07BC3359C}"/>
          </ac:cxnSpMkLst>
        </pc:cxnChg>
        <pc:cxnChg chg="add mod">
          <ac:chgData name="marcles jones" userId="13001ac14ece7ef3" providerId="LiveId" clId="{B8A34175-C4E7-4367-8922-72277A60BE91}" dt="2026-01-30T18:01:45.778" v="2646" actId="1036"/>
          <ac:cxnSpMkLst>
            <pc:docMk/>
            <pc:sldMk cId="3319186407" sldId="273"/>
            <ac:cxnSpMk id="32" creationId="{2D20620E-242A-3B32-4DB3-86635A453459}"/>
          </ac:cxnSpMkLst>
        </pc:cxnChg>
        <pc:cxnChg chg="add mod">
          <ac:chgData name="marcles jones" userId="13001ac14ece7ef3" providerId="LiveId" clId="{B8A34175-C4E7-4367-8922-72277A60BE91}" dt="2026-01-30T18:01:53.672" v="2652" actId="1036"/>
          <ac:cxnSpMkLst>
            <pc:docMk/>
            <pc:sldMk cId="3319186407" sldId="273"/>
            <ac:cxnSpMk id="33" creationId="{F9662B67-62F5-D612-2962-7DD02081C84C}"/>
          </ac:cxnSpMkLst>
        </pc:cxnChg>
      </pc:sldChg>
      <pc:sldChg chg="addSp delSp modSp add mod">
        <pc:chgData name="marcles jones" userId="13001ac14ece7ef3" providerId="LiveId" clId="{B8A34175-C4E7-4367-8922-72277A60BE91}" dt="2026-01-30T17:33:43.723" v="1402" actId="20577"/>
        <pc:sldMkLst>
          <pc:docMk/>
          <pc:sldMk cId="3268057114" sldId="274"/>
        </pc:sldMkLst>
        <pc:spChg chg="mod">
          <ac:chgData name="marcles jones" userId="13001ac14ece7ef3" providerId="LiveId" clId="{B8A34175-C4E7-4367-8922-72277A60BE91}" dt="2026-01-30T17:29:02" v="1119" actId="20577"/>
          <ac:spMkLst>
            <pc:docMk/>
            <pc:sldMk cId="3268057114" sldId="274"/>
            <ac:spMk id="3" creationId="{C7C650D2-D619-12AF-EDEC-1FC6ED0BA932}"/>
          </ac:spMkLst>
        </pc:spChg>
        <pc:spChg chg="del mod">
          <ac:chgData name="marcles jones" userId="13001ac14ece7ef3" providerId="LiveId" clId="{B8A34175-C4E7-4367-8922-72277A60BE91}" dt="2026-01-30T17:29:22.389" v="1139" actId="478"/>
          <ac:spMkLst>
            <pc:docMk/>
            <pc:sldMk cId="3268057114" sldId="274"/>
            <ac:spMk id="4" creationId="{B6937C7E-BB85-DD5B-AE77-EDD5F46AA1AC}"/>
          </ac:spMkLst>
        </pc:spChg>
        <pc:spChg chg="add mod">
          <ac:chgData name="marcles jones" userId="13001ac14ece7ef3" providerId="LiveId" clId="{B8A34175-C4E7-4367-8922-72277A60BE91}" dt="2026-01-30T17:33:10.743" v="1353" actId="20577"/>
          <ac:spMkLst>
            <pc:docMk/>
            <pc:sldMk cId="3268057114" sldId="274"/>
            <ac:spMk id="6" creationId="{2CAFE72F-5257-E2FA-B7CA-FE2783F15951}"/>
          </ac:spMkLst>
        </pc:spChg>
        <pc:spChg chg="mod">
          <ac:chgData name="marcles jones" userId="13001ac14ece7ef3" providerId="LiveId" clId="{B8A34175-C4E7-4367-8922-72277A60BE91}" dt="2026-01-30T17:29:35.036" v="1146" actId="1076"/>
          <ac:spMkLst>
            <pc:docMk/>
            <pc:sldMk cId="3268057114" sldId="274"/>
            <ac:spMk id="7" creationId="{BD2CDC83-0DD2-1F4D-628E-36C3664175EC}"/>
          </ac:spMkLst>
        </pc:spChg>
        <pc:spChg chg="mod">
          <ac:chgData name="marcles jones" userId="13001ac14ece7ef3" providerId="LiveId" clId="{B8A34175-C4E7-4367-8922-72277A60BE91}" dt="2026-01-30T17:29:31.761" v="1145" actId="20577"/>
          <ac:spMkLst>
            <pc:docMk/>
            <pc:sldMk cId="3268057114" sldId="274"/>
            <ac:spMk id="8" creationId="{8E79355D-913B-2814-980F-21E50120C05B}"/>
          </ac:spMkLst>
        </pc:spChg>
        <pc:spChg chg="del">
          <ac:chgData name="marcles jones" userId="13001ac14ece7ef3" providerId="LiveId" clId="{B8A34175-C4E7-4367-8922-72277A60BE91}" dt="2026-01-30T17:29:06.970" v="1120" actId="478"/>
          <ac:spMkLst>
            <pc:docMk/>
            <pc:sldMk cId="3268057114" sldId="274"/>
            <ac:spMk id="9" creationId="{B241EF53-8C87-4A00-5A9F-B77D5D042A7F}"/>
          </ac:spMkLst>
        </pc:spChg>
        <pc:spChg chg="mod">
          <ac:chgData name="marcles jones" userId="13001ac14ece7ef3" providerId="LiveId" clId="{B8A34175-C4E7-4367-8922-72277A60BE91}" dt="2026-01-30T17:30:30.827" v="1206" actId="1037"/>
          <ac:spMkLst>
            <pc:docMk/>
            <pc:sldMk cId="3268057114" sldId="274"/>
            <ac:spMk id="10" creationId="{DBCD897C-A530-363E-25A9-61ED9EABBB4F}"/>
          </ac:spMkLst>
        </pc:spChg>
        <pc:spChg chg="mod">
          <ac:chgData name="marcles jones" userId="13001ac14ece7ef3" providerId="LiveId" clId="{B8A34175-C4E7-4367-8922-72277A60BE91}" dt="2026-01-30T17:33:43.723" v="1402" actId="20577"/>
          <ac:spMkLst>
            <pc:docMk/>
            <pc:sldMk cId="3268057114" sldId="274"/>
            <ac:spMk id="11" creationId="{8509D97B-B030-AA54-0C7F-4E79A0EB7E08}"/>
          </ac:spMkLst>
        </pc:spChg>
        <pc:spChg chg="mod">
          <ac:chgData name="marcles jones" userId="13001ac14ece7ef3" providerId="LiveId" clId="{B8A34175-C4E7-4367-8922-72277A60BE91}" dt="2026-01-30T17:29:47.454" v="1163" actId="20577"/>
          <ac:spMkLst>
            <pc:docMk/>
            <pc:sldMk cId="3268057114" sldId="274"/>
            <ac:spMk id="12" creationId="{8D81EAA0-61B2-2C7B-6D02-9E1CCA36EA96}"/>
          </ac:spMkLst>
        </pc:spChg>
        <pc:spChg chg="add mod">
          <ac:chgData name="marcles jones" userId="13001ac14ece7ef3" providerId="LiveId" clId="{B8A34175-C4E7-4367-8922-72277A60BE91}" dt="2026-01-30T17:33:35.178" v="1394" actId="20577"/>
          <ac:spMkLst>
            <pc:docMk/>
            <pc:sldMk cId="3268057114" sldId="274"/>
            <ac:spMk id="13" creationId="{A0183FEF-740C-89FF-9D56-D0C7EF7440C6}"/>
          </ac:spMkLst>
        </pc:spChg>
        <pc:graphicFrameChg chg="add mod modGraphic">
          <ac:chgData name="marcles jones" userId="13001ac14ece7ef3" providerId="LiveId" clId="{B8A34175-C4E7-4367-8922-72277A60BE91}" dt="2026-01-30T17:32:36.808" v="1299" actId="207"/>
          <ac:graphicFrameMkLst>
            <pc:docMk/>
            <pc:sldMk cId="3268057114" sldId="274"/>
            <ac:graphicFrameMk id="5" creationId="{B9016B6E-3192-C15C-E927-0B0004579335}"/>
          </ac:graphicFrameMkLst>
        </pc:graphicFrameChg>
      </pc:sldChg>
      <pc:sldChg chg="addSp delSp modSp add del mod">
        <pc:chgData name="marcles jones" userId="13001ac14ece7ef3" providerId="LiveId" clId="{B8A34175-C4E7-4367-8922-72277A60BE91}" dt="2026-01-30T17:40:47.891" v="1663" actId="47"/>
        <pc:sldMkLst>
          <pc:docMk/>
          <pc:sldMk cId="1687415729" sldId="275"/>
        </pc:sldMkLst>
        <pc:spChg chg="mod">
          <ac:chgData name="marcles jones" userId="13001ac14ece7ef3" providerId="LiveId" clId="{B8A34175-C4E7-4367-8922-72277A60BE91}" dt="2026-01-30T17:35:09.996" v="1454" actId="20577"/>
          <ac:spMkLst>
            <pc:docMk/>
            <pc:sldMk cId="1687415729" sldId="275"/>
            <ac:spMk id="3" creationId="{575B933B-6562-552F-C75E-50BC59990BBD}"/>
          </ac:spMkLst>
        </pc:spChg>
        <pc:spChg chg="add del mod">
          <ac:chgData name="marcles jones" userId="13001ac14ece7ef3" providerId="LiveId" clId="{B8A34175-C4E7-4367-8922-72277A60BE91}" dt="2026-01-30T17:40:03.688" v="1649" actId="21"/>
          <ac:spMkLst>
            <pc:docMk/>
            <pc:sldMk cId="1687415729" sldId="275"/>
            <ac:spMk id="4" creationId="{9BA243F9-FDEA-D39A-698D-9B9A142C7176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6" creationId="{83732129-9ED1-57D7-792E-24A3CA2C89CC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7" creationId="{93F237DC-DA5F-ACBC-75A7-FC64C7D80243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8" creationId="{2C19222F-C6DE-5BA9-FB7D-913ECE7DB51F}"/>
          </ac:spMkLst>
        </pc:spChg>
        <pc:spChg chg="add del mod">
          <ac:chgData name="marcles jones" userId="13001ac14ece7ef3" providerId="LiveId" clId="{B8A34175-C4E7-4367-8922-72277A60BE91}" dt="2026-01-30T17:40:03.688" v="1649" actId="21"/>
          <ac:spMkLst>
            <pc:docMk/>
            <pc:sldMk cId="1687415729" sldId="275"/>
            <ac:spMk id="9" creationId="{93F6C5F5-C1FA-95CB-8E7D-215A1961C3D9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10" creationId="{FF01CFBA-5ED1-1BAB-5656-0870FF439910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11" creationId="{09AA4F56-E97F-3B91-C95A-355459E3979E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12" creationId="{9E79E07B-F59E-5FE0-B74E-F1ABA4097AF1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13" creationId="{81BC1B1B-58F6-7327-B273-C48628F804DA}"/>
          </ac:spMkLst>
        </pc:spChg>
        <pc:spChg chg="del">
          <ac:chgData name="marcles jones" userId="13001ac14ece7ef3" providerId="LiveId" clId="{B8A34175-C4E7-4367-8922-72277A60BE91}" dt="2026-01-30T17:34:47.235" v="1404" actId="478"/>
          <ac:spMkLst>
            <pc:docMk/>
            <pc:sldMk cId="1687415729" sldId="275"/>
            <ac:spMk id="14" creationId="{6B38B911-4359-BAA8-C611-ACA87D0B3A3A}"/>
          </ac:spMkLst>
        </pc:spChg>
        <pc:graphicFrameChg chg="del">
          <ac:chgData name="marcles jones" userId="13001ac14ece7ef3" providerId="LiveId" clId="{B8A34175-C4E7-4367-8922-72277A60BE91}" dt="2026-01-30T17:34:47.235" v="1404" actId="478"/>
          <ac:graphicFrameMkLst>
            <pc:docMk/>
            <pc:sldMk cId="1687415729" sldId="275"/>
            <ac:graphicFrameMk id="5" creationId="{9FD3E66E-D262-D82E-EB7C-930CF9EED344}"/>
          </ac:graphicFrameMkLst>
        </pc:graphicFrameChg>
      </pc:sldChg>
      <pc:sldChg chg="addSp delSp modSp add mod">
        <pc:chgData name="marcles jones" userId="13001ac14ece7ef3" providerId="LiveId" clId="{B8A34175-C4E7-4367-8922-72277A60BE91}" dt="2026-01-30T17:52:40.319" v="2342" actId="14100"/>
        <pc:sldMkLst>
          <pc:docMk/>
          <pc:sldMk cId="2583155715" sldId="275"/>
        </pc:sldMkLst>
        <pc:spChg chg="mod">
          <ac:chgData name="marcles jones" userId="13001ac14ece7ef3" providerId="LiveId" clId="{B8A34175-C4E7-4367-8922-72277A60BE91}" dt="2026-01-30T17:49:51.343" v="2226" actId="20577"/>
          <ac:spMkLst>
            <pc:docMk/>
            <pc:sldMk cId="2583155715" sldId="275"/>
            <ac:spMk id="2" creationId="{C8211FD9-C344-28FE-9DB7-D4CA38F9A5C8}"/>
          </ac:spMkLst>
        </pc:spChg>
        <pc:spChg chg="mod">
          <ac:chgData name="marcles jones" userId="13001ac14ece7ef3" providerId="LiveId" clId="{B8A34175-C4E7-4367-8922-72277A60BE91}" dt="2026-01-30T17:52:40.319" v="2342" actId="14100"/>
          <ac:spMkLst>
            <pc:docMk/>
            <pc:sldMk cId="2583155715" sldId="275"/>
            <ac:spMk id="4" creationId="{32C549EC-A110-4B20-702D-F320CB16C22C}"/>
          </ac:spMkLst>
        </pc:spChg>
        <pc:spChg chg="del">
          <ac:chgData name="marcles jones" userId="13001ac14ece7ef3" providerId="LiveId" clId="{B8A34175-C4E7-4367-8922-72277A60BE91}" dt="2026-01-30T17:51:59.660" v="2282" actId="478"/>
          <ac:spMkLst>
            <pc:docMk/>
            <pc:sldMk cId="2583155715" sldId="275"/>
            <ac:spMk id="5" creationId="{297DB497-A5C7-DBEC-9660-F8DEB196122C}"/>
          </ac:spMkLst>
        </pc:spChg>
        <pc:spChg chg="del">
          <ac:chgData name="marcles jones" userId="13001ac14ece7ef3" providerId="LiveId" clId="{B8A34175-C4E7-4367-8922-72277A60BE91}" dt="2026-01-30T17:49:53.703" v="2227" actId="478"/>
          <ac:spMkLst>
            <pc:docMk/>
            <pc:sldMk cId="2583155715" sldId="275"/>
            <ac:spMk id="6" creationId="{5E2D8595-B6B5-2415-0AEE-6D22D81ACC8F}"/>
          </ac:spMkLst>
        </pc:spChg>
        <pc:spChg chg="add mod">
          <ac:chgData name="marcles jones" userId="13001ac14ece7ef3" providerId="LiveId" clId="{B8A34175-C4E7-4367-8922-72277A60BE91}" dt="2026-01-30T17:51:56.082" v="2280" actId="20577"/>
          <ac:spMkLst>
            <pc:docMk/>
            <pc:sldMk cId="2583155715" sldId="275"/>
            <ac:spMk id="7" creationId="{B65F26D4-F5C0-323C-367B-6EE8CF8C00D7}"/>
          </ac:spMkLst>
        </pc:spChg>
        <pc:spChg chg="del">
          <ac:chgData name="marcles jones" userId="13001ac14ece7ef3" providerId="LiveId" clId="{B8A34175-C4E7-4367-8922-72277A60BE91}" dt="2026-01-30T17:51:58.517" v="2281" actId="478"/>
          <ac:spMkLst>
            <pc:docMk/>
            <pc:sldMk cId="2583155715" sldId="275"/>
            <ac:spMk id="9" creationId="{D2B62A84-FA1F-B417-FAAF-988F6526E41C}"/>
          </ac:spMkLst>
        </pc:spChg>
      </pc:sldChg>
      <pc:sldChg chg="add del">
        <pc:chgData name="marcles jones" userId="13001ac14ece7ef3" providerId="LiveId" clId="{B8A34175-C4E7-4367-8922-72277A60BE91}" dt="2026-01-30T17:36:31.138" v="1508" actId="2696"/>
        <pc:sldMkLst>
          <pc:docMk/>
          <pc:sldMk cId="2968347241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1930" y="942577"/>
            <a:ext cx="6911579" cy="2005142"/>
          </a:xfrm>
        </p:spPr>
        <p:txBody>
          <a:bodyPr anchor="b"/>
          <a:lstStyle>
            <a:lvl1pPr algn="ctr">
              <a:defRPr sz="45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1930" y="3025045"/>
            <a:ext cx="6911579" cy="1390533"/>
          </a:xfrm>
        </p:spPr>
        <p:txBody>
          <a:bodyPr/>
          <a:lstStyle>
            <a:lvl1pPr marL="0" indent="0" algn="ctr">
              <a:buNone/>
              <a:defRPr sz="1814"/>
            </a:lvl1pPr>
            <a:lvl2pPr marL="345597" indent="0" algn="ctr">
              <a:buNone/>
              <a:defRPr sz="1512"/>
            </a:lvl2pPr>
            <a:lvl3pPr marL="691195" indent="0" algn="ctr">
              <a:buNone/>
              <a:defRPr sz="1361"/>
            </a:lvl3pPr>
            <a:lvl4pPr marL="1036792" indent="0" algn="ctr">
              <a:buNone/>
              <a:defRPr sz="1209"/>
            </a:lvl4pPr>
            <a:lvl5pPr marL="1382390" indent="0" algn="ctr">
              <a:buNone/>
              <a:defRPr sz="1209"/>
            </a:lvl5pPr>
            <a:lvl6pPr marL="1727987" indent="0" algn="ctr">
              <a:buNone/>
              <a:defRPr sz="1209"/>
            </a:lvl6pPr>
            <a:lvl7pPr marL="2073585" indent="0" algn="ctr">
              <a:buNone/>
              <a:defRPr sz="1209"/>
            </a:lvl7pPr>
            <a:lvl8pPr marL="2419182" indent="0" algn="ctr">
              <a:buNone/>
              <a:defRPr sz="1209"/>
            </a:lvl8pPr>
            <a:lvl9pPr marL="2764780" indent="0" algn="ctr">
              <a:buNone/>
              <a:defRPr sz="120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22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47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762" y="1435864"/>
            <a:ext cx="7948315" cy="2395771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2" y="3854300"/>
            <a:ext cx="7948315" cy="1259879"/>
          </a:xfrm>
        </p:spPr>
        <p:txBody>
          <a:bodyPr/>
          <a:lstStyle>
            <a:lvl1pPr marL="0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1pPr>
            <a:lvl2pPr marL="345597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2pPr>
            <a:lvl3pPr marL="691195" indent="0">
              <a:buNone/>
              <a:defRPr sz="1361">
                <a:solidFill>
                  <a:schemeClr val="tx1">
                    <a:tint val="82000"/>
                  </a:schemeClr>
                </a:solidFill>
              </a:defRPr>
            </a:lvl3pPr>
            <a:lvl4pPr marL="103679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4pPr>
            <a:lvl5pPr marL="1382390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5pPr>
            <a:lvl6pPr marL="1727987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6pPr>
            <a:lvl7pPr marL="2073585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7pPr>
            <a:lvl8pPr marL="241918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8pPr>
            <a:lvl9pPr marL="2764780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82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561" y="1533187"/>
            <a:ext cx="3916561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5316" y="1533187"/>
            <a:ext cx="3916561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76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306638"/>
            <a:ext cx="7948315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4762" y="1411865"/>
            <a:ext cx="3898562" cy="691934"/>
          </a:xfrm>
        </p:spPr>
        <p:txBody>
          <a:bodyPr anchor="b"/>
          <a:lstStyle>
            <a:lvl1pPr marL="0" indent="0">
              <a:buNone/>
              <a:defRPr sz="1814" b="1"/>
            </a:lvl1pPr>
            <a:lvl2pPr marL="345597" indent="0">
              <a:buNone/>
              <a:defRPr sz="1512" b="1"/>
            </a:lvl2pPr>
            <a:lvl3pPr marL="691195" indent="0">
              <a:buNone/>
              <a:defRPr sz="1361" b="1"/>
            </a:lvl3pPr>
            <a:lvl4pPr marL="1036792" indent="0">
              <a:buNone/>
              <a:defRPr sz="1209" b="1"/>
            </a:lvl4pPr>
            <a:lvl5pPr marL="1382390" indent="0">
              <a:buNone/>
              <a:defRPr sz="1209" b="1"/>
            </a:lvl5pPr>
            <a:lvl6pPr marL="1727987" indent="0">
              <a:buNone/>
              <a:defRPr sz="1209" b="1"/>
            </a:lvl6pPr>
            <a:lvl7pPr marL="2073585" indent="0">
              <a:buNone/>
              <a:defRPr sz="1209" b="1"/>
            </a:lvl7pPr>
            <a:lvl8pPr marL="2419182" indent="0">
              <a:buNone/>
              <a:defRPr sz="1209" b="1"/>
            </a:lvl8pPr>
            <a:lvl9pPr marL="2764780" indent="0">
              <a:buNone/>
              <a:defRPr sz="120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762" y="2103799"/>
            <a:ext cx="3898562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5316" y="1411865"/>
            <a:ext cx="3917761" cy="691934"/>
          </a:xfrm>
        </p:spPr>
        <p:txBody>
          <a:bodyPr anchor="b"/>
          <a:lstStyle>
            <a:lvl1pPr marL="0" indent="0">
              <a:buNone/>
              <a:defRPr sz="1814" b="1"/>
            </a:lvl1pPr>
            <a:lvl2pPr marL="345597" indent="0">
              <a:buNone/>
              <a:defRPr sz="1512" b="1"/>
            </a:lvl2pPr>
            <a:lvl3pPr marL="691195" indent="0">
              <a:buNone/>
              <a:defRPr sz="1361" b="1"/>
            </a:lvl3pPr>
            <a:lvl4pPr marL="1036792" indent="0">
              <a:buNone/>
              <a:defRPr sz="1209" b="1"/>
            </a:lvl4pPr>
            <a:lvl5pPr marL="1382390" indent="0">
              <a:buNone/>
              <a:defRPr sz="1209" b="1"/>
            </a:lvl5pPr>
            <a:lvl6pPr marL="1727987" indent="0">
              <a:buNone/>
              <a:defRPr sz="1209" b="1"/>
            </a:lvl6pPr>
            <a:lvl7pPr marL="2073585" indent="0">
              <a:buNone/>
              <a:defRPr sz="1209" b="1"/>
            </a:lvl7pPr>
            <a:lvl8pPr marL="2419182" indent="0">
              <a:buNone/>
              <a:defRPr sz="1209" b="1"/>
            </a:lvl8pPr>
            <a:lvl9pPr marL="2764780" indent="0">
              <a:buNone/>
              <a:defRPr sz="120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5316" y="2103799"/>
            <a:ext cx="3917761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81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86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4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383963"/>
            <a:ext cx="2972218" cy="1343872"/>
          </a:xfrm>
        </p:spPr>
        <p:txBody>
          <a:bodyPr anchor="b"/>
          <a:lstStyle>
            <a:lvl1pPr>
              <a:defRPr sz="24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7762" y="829255"/>
            <a:ext cx="4665315" cy="4092942"/>
          </a:xfrm>
        </p:spPr>
        <p:txBody>
          <a:bodyPr/>
          <a:lstStyle>
            <a:lvl1pPr>
              <a:defRPr sz="2419"/>
            </a:lvl1pPr>
            <a:lvl2pPr>
              <a:defRPr sz="2117"/>
            </a:lvl2pPr>
            <a:lvl3pPr>
              <a:defRPr sz="1814"/>
            </a:lvl3pPr>
            <a:lvl4pPr>
              <a:defRPr sz="1512"/>
            </a:lvl4pPr>
            <a:lvl5pPr>
              <a:defRPr sz="1512"/>
            </a:lvl5pPr>
            <a:lvl6pPr>
              <a:defRPr sz="1512"/>
            </a:lvl6pPr>
            <a:lvl7pPr>
              <a:defRPr sz="1512"/>
            </a:lvl7pPr>
            <a:lvl8pPr>
              <a:defRPr sz="1512"/>
            </a:lvl8pPr>
            <a:lvl9pPr>
              <a:defRPr sz="151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762" y="1727835"/>
            <a:ext cx="2972218" cy="3201028"/>
          </a:xfrm>
        </p:spPr>
        <p:txBody>
          <a:bodyPr/>
          <a:lstStyle>
            <a:lvl1pPr marL="0" indent="0">
              <a:buNone/>
              <a:defRPr sz="1209"/>
            </a:lvl1pPr>
            <a:lvl2pPr marL="345597" indent="0">
              <a:buNone/>
              <a:defRPr sz="1058"/>
            </a:lvl2pPr>
            <a:lvl3pPr marL="691195" indent="0">
              <a:buNone/>
              <a:defRPr sz="907"/>
            </a:lvl3pPr>
            <a:lvl4pPr marL="1036792" indent="0">
              <a:buNone/>
              <a:defRPr sz="756"/>
            </a:lvl4pPr>
            <a:lvl5pPr marL="1382390" indent="0">
              <a:buNone/>
              <a:defRPr sz="756"/>
            </a:lvl5pPr>
            <a:lvl6pPr marL="1727987" indent="0">
              <a:buNone/>
              <a:defRPr sz="756"/>
            </a:lvl6pPr>
            <a:lvl7pPr marL="2073585" indent="0">
              <a:buNone/>
              <a:defRPr sz="756"/>
            </a:lvl7pPr>
            <a:lvl8pPr marL="2419182" indent="0">
              <a:buNone/>
              <a:defRPr sz="756"/>
            </a:lvl8pPr>
            <a:lvl9pPr marL="2764780" indent="0">
              <a:buNone/>
              <a:defRPr sz="75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4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383963"/>
            <a:ext cx="2972218" cy="1343872"/>
          </a:xfrm>
        </p:spPr>
        <p:txBody>
          <a:bodyPr anchor="b"/>
          <a:lstStyle>
            <a:lvl1pPr>
              <a:defRPr sz="24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17762" y="829255"/>
            <a:ext cx="4665315" cy="4092942"/>
          </a:xfrm>
        </p:spPr>
        <p:txBody>
          <a:bodyPr anchor="t"/>
          <a:lstStyle>
            <a:lvl1pPr marL="0" indent="0">
              <a:buNone/>
              <a:defRPr sz="2419"/>
            </a:lvl1pPr>
            <a:lvl2pPr marL="345597" indent="0">
              <a:buNone/>
              <a:defRPr sz="2117"/>
            </a:lvl2pPr>
            <a:lvl3pPr marL="691195" indent="0">
              <a:buNone/>
              <a:defRPr sz="1814"/>
            </a:lvl3pPr>
            <a:lvl4pPr marL="1036792" indent="0">
              <a:buNone/>
              <a:defRPr sz="1512"/>
            </a:lvl4pPr>
            <a:lvl5pPr marL="1382390" indent="0">
              <a:buNone/>
              <a:defRPr sz="1512"/>
            </a:lvl5pPr>
            <a:lvl6pPr marL="1727987" indent="0">
              <a:buNone/>
              <a:defRPr sz="1512"/>
            </a:lvl6pPr>
            <a:lvl7pPr marL="2073585" indent="0">
              <a:buNone/>
              <a:defRPr sz="1512"/>
            </a:lvl7pPr>
            <a:lvl8pPr marL="2419182" indent="0">
              <a:buNone/>
              <a:defRPr sz="1512"/>
            </a:lvl8pPr>
            <a:lvl9pPr marL="2764780" indent="0">
              <a:buNone/>
              <a:defRPr sz="151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762" y="1727835"/>
            <a:ext cx="2972218" cy="3201028"/>
          </a:xfrm>
        </p:spPr>
        <p:txBody>
          <a:bodyPr/>
          <a:lstStyle>
            <a:lvl1pPr marL="0" indent="0">
              <a:buNone/>
              <a:defRPr sz="1209"/>
            </a:lvl1pPr>
            <a:lvl2pPr marL="345597" indent="0">
              <a:buNone/>
              <a:defRPr sz="1058"/>
            </a:lvl2pPr>
            <a:lvl3pPr marL="691195" indent="0">
              <a:buNone/>
              <a:defRPr sz="907"/>
            </a:lvl3pPr>
            <a:lvl4pPr marL="1036792" indent="0">
              <a:buNone/>
              <a:defRPr sz="756"/>
            </a:lvl4pPr>
            <a:lvl5pPr marL="1382390" indent="0">
              <a:buNone/>
              <a:defRPr sz="756"/>
            </a:lvl5pPr>
            <a:lvl6pPr marL="1727987" indent="0">
              <a:buNone/>
              <a:defRPr sz="756"/>
            </a:lvl6pPr>
            <a:lvl7pPr marL="2073585" indent="0">
              <a:buNone/>
              <a:defRPr sz="756"/>
            </a:lvl7pPr>
            <a:lvl8pPr marL="2419182" indent="0">
              <a:buNone/>
              <a:defRPr sz="756"/>
            </a:lvl8pPr>
            <a:lvl9pPr marL="2764780" indent="0">
              <a:buNone/>
              <a:defRPr sz="75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21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4798" y="306637"/>
            <a:ext cx="1987079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3562" y="306637"/>
            <a:ext cx="5846043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86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562" y="306638"/>
            <a:ext cx="7948315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562" y="1533187"/>
            <a:ext cx="7948315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61" y="5338158"/>
            <a:ext cx="207347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24409-705A-4620-8F8A-5CB865488C3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52614" y="5338158"/>
            <a:ext cx="311021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08403" y="5338158"/>
            <a:ext cx="207347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6095E-CB4A-4C93-A83A-40687F57D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43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91195" rtl="0" eaLnBrk="1" latinLnBrk="0" hangingPunct="1">
        <a:lnSpc>
          <a:spcPct val="90000"/>
        </a:lnSpc>
        <a:spcBef>
          <a:spcPct val="0"/>
        </a:spcBef>
        <a:buNone/>
        <a:defRPr sz="33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2799" indent="-172799" algn="l" defTabSz="691195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1pPr>
      <a:lvl2pPr marL="518396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2pPr>
      <a:lvl3pPr marL="863994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209591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4pPr>
      <a:lvl5pPr marL="1555189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5pPr>
      <a:lvl6pPr marL="1900786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6pPr>
      <a:lvl7pPr marL="2246384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7pPr>
      <a:lvl8pPr marL="2591981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8pPr>
      <a:lvl9pPr marL="2937579" indent="-172799" algn="l" defTabSz="69119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1pPr>
      <a:lvl2pPr marL="345597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2pPr>
      <a:lvl3pPr marL="691195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3pPr>
      <a:lvl4pPr marL="1036792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4pPr>
      <a:lvl5pPr marL="1382390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5pPr>
      <a:lvl6pPr marL="1727987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6pPr>
      <a:lvl7pPr marL="2073585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7pPr>
      <a:lvl8pPr marL="2419182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8pPr>
      <a:lvl9pPr marL="2764780" algn="l" defTabSz="691195" rtl="0" eaLnBrk="1" latinLnBrk="0" hangingPunct="1">
        <a:defRPr sz="13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267D6B-3293-F782-69F5-6903AD630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12666"/>
              </p:ext>
            </p:extLst>
          </p:nvPr>
        </p:nvGraphicFramePr>
        <p:xfrm>
          <a:off x="5396348" y="3259630"/>
          <a:ext cx="3030460" cy="236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724">
                  <a:extLst>
                    <a:ext uri="{9D8B030D-6E8A-4147-A177-3AD203B41FA5}">
                      <a16:colId xmlns:a16="http://schemas.microsoft.com/office/drawing/2014/main" val="3467631994"/>
                    </a:ext>
                  </a:extLst>
                </a:gridCol>
                <a:gridCol w="2302736">
                  <a:extLst>
                    <a:ext uri="{9D8B030D-6E8A-4147-A177-3AD203B41FA5}">
                      <a16:colId xmlns:a16="http://schemas.microsoft.com/office/drawing/2014/main" val="31608217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96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Colour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Meaning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57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Button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749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entry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80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Textbox or other display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17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11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Hidden textbox or other display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96313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E64FFA-CB72-ABCC-C4DD-90D7A47C2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074283"/>
              </p:ext>
            </p:extLst>
          </p:nvPr>
        </p:nvGraphicFramePr>
        <p:xfrm>
          <a:off x="0" y="0"/>
          <a:ext cx="4607719" cy="575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066">
                  <a:extLst>
                    <a:ext uri="{9D8B030D-6E8A-4147-A177-3AD203B41FA5}">
                      <a16:colId xmlns:a16="http://schemas.microsoft.com/office/drawing/2014/main" val="3816735984"/>
                    </a:ext>
                  </a:extLst>
                </a:gridCol>
                <a:gridCol w="3988653">
                  <a:extLst>
                    <a:ext uri="{9D8B030D-6E8A-4147-A177-3AD203B41FA5}">
                      <a16:colId xmlns:a16="http://schemas.microsoft.com/office/drawing/2014/main" val="3890157672"/>
                    </a:ext>
                  </a:extLst>
                </a:gridCol>
              </a:tblGrid>
              <a:tr h="4957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Slide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13458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 In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232538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creation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4094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user game pin enter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740619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team &amp; roll select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240565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ready to start?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991800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wait for game to start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076419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game start count down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204520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question &amp; answer screen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186397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power up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8607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minigame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259797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round finished summary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935679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game finished screen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415856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 game pin enter or create game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57109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 game set-up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72070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06CE94-B36E-2BB2-BB73-FF67E5944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853237"/>
              </p:ext>
            </p:extLst>
          </p:nvPr>
        </p:nvGraphicFramePr>
        <p:xfrm>
          <a:off x="4607719" y="494120"/>
          <a:ext cx="4607719" cy="1503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066">
                  <a:extLst>
                    <a:ext uri="{9D8B030D-6E8A-4147-A177-3AD203B41FA5}">
                      <a16:colId xmlns:a16="http://schemas.microsoft.com/office/drawing/2014/main" val="294632095"/>
                    </a:ext>
                  </a:extLst>
                </a:gridCol>
                <a:gridCol w="3988653">
                  <a:extLst>
                    <a:ext uri="{9D8B030D-6E8A-4147-A177-3AD203B41FA5}">
                      <a16:colId xmlns:a16="http://schemas.microsoft.com/office/drawing/2014/main" val="4234201272"/>
                    </a:ext>
                  </a:extLst>
                </a:gridCol>
              </a:tblGrid>
              <a:tr h="375982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Teacher question generation/saving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672060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 lobby management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24414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 mid-game lobby monitoring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64805"/>
                  </a:ext>
                </a:extLst>
              </a:tr>
              <a:tr h="3759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Profile management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549251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DC7B64-D6E2-C04F-A0D0-36F8446B7710}"/>
              </a:ext>
            </a:extLst>
          </p:cNvPr>
          <p:cNvCxnSpPr>
            <a:cxnSpLocks/>
          </p:cNvCxnSpPr>
          <p:nvPr/>
        </p:nvCxnSpPr>
        <p:spPr>
          <a:xfrm>
            <a:off x="3504253" y="664502"/>
            <a:ext cx="0" cy="411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BD3786-9BD7-A1A5-7304-B357F2DFAEE8}"/>
              </a:ext>
            </a:extLst>
          </p:cNvPr>
          <p:cNvSpPr/>
          <p:nvPr/>
        </p:nvSpPr>
        <p:spPr>
          <a:xfrm rot="16200000">
            <a:off x="3515572" y="3267074"/>
            <a:ext cx="70229" cy="76792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970A98-E8CE-1E76-75DB-35F4CB28D214}"/>
              </a:ext>
            </a:extLst>
          </p:cNvPr>
          <p:cNvCxnSpPr/>
          <p:nvPr/>
        </p:nvCxnSpPr>
        <p:spPr>
          <a:xfrm>
            <a:off x="3589083" y="3305470"/>
            <a:ext cx="1994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C59375-82C1-E211-9096-3CC9629253B9}"/>
              </a:ext>
            </a:extLst>
          </p:cNvPr>
          <p:cNvCxnSpPr>
            <a:cxnSpLocks/>
          </p:cNvCxnSpPr>
          <p:nvPr/>
        </p:nvCxnSpPr>
        <p:spPr>
          <a:xfrm>
            <a:off x="3779044" y="3305470"/>
            <a:ext cx="9525" cy="113675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26EB79-1D3E-CE67-AC34-637CAFC3BC32}"/>
              </a:ext>
            </a:extLst>
          </p:cNvPr>
          <p:cNvCxnSpPr/>
          <p:nvPr/>
        </p:nvCxnSpPr>
        <p:spPr>
          <a:xfrm flipH="1">
            <a:off x="3513781" y="4439841"/>
            <a:ext cx="28431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E51247-1930-0664-BB9A-33726A36D723}"/>
              </a:ext>
            </a:extLst>
          </p:cNvPr>
          <p:cNvCxnSpPr/>
          <p:nvPr/>
        </p:nvCxnSpPr>
        <p:spPr>
          <a:xfrm>
            <a:off x="4205288" y="664502"/>
            <a:ext cx="0" cy="435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219E1C-B03C-4D80-D537-41D0179558FB}"/>
              </a:ext>
            </a:extLst>
          </p:cNvPr>
          <p:cNvCxnSpPr/>
          <p:nvPr/>
        </p:nvCxnSpPr>
        <p:spPr>
          <a:xfrm>
            <a:off x="4205288" y="5205424"/>
            <a:ext cx="0" cy="385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DA03B3-F4DB-1F80-5BCD-2BC07BC3359C}"/>
              </a:ext>
            </a:extLst>
          </p:cNvPr>
          <p:cNvCxnSpPr>
            <a:cxnSpLocks/>
          </p:cNvCxnSpPr>
          <p:nvPr/>
        </p:nvCxnSpPr>
        <p:spPr>
          <a:xfrm>
            <a:off x="8867776" y="664502"/>
            <a:ext cx="0" cy="807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20620E-242A-3B32-4DB3-86635A453459}"/>
              </a:ext>
            </a:extLst>
          </p:cNvPr>
          <p:cNvCxnSpPr/>
          <p:nvPr/>
        </p:nvCxnSpPr>
        <p:spPr>
          <a:xfrm flipV="1">
            <a:off x="4899895" y="2504320"/>
            <a:ext cx="519113" cy="503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662B67-62F5-D612-2962-7DD02081C84C}"/>
              </a:ext>
            </a:extLst>
          </p:cNvPr>
          <p:cNvCxnSpPr/>
          <p:nvPr/>
        </p:nvCxnSpPr>
        <p:spPr>
          <a:xfrm flipV="1">
            <a:off x="7123983" y="2532897"/>
            <a:ext cx="519113" cy="503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B53481-6D92-8412-FE58-B7E69E78C60A}"/>
              </a:ext>
            </a:extLst>
          </p:cNvPr>
          <p:cNvSpPr txBox="1"/>
          <p:nvPr/>
        </p:nvSpPr>
        <p:spPr>
          <a:xfrm>
            <a:off x="5419008" y="2619381"/>
            <a:ext cx="3433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Students                        = Teachers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2731CC-C9FD-656C-534E-3894D56EAC0F}"/>
              </a:ext>
            </a:extLst>
          </p:cNvPr>
          <p:cNvSpPr txBox="1"/>
          <p:nvPr/>
        </p:nvSpPr>
        <p:spPr>
          <a:xfrm>
            <a:off x="5829301" y="2192519"/>
            <a:ext cx="2066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user 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18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D6B313-C630-26EA-8D70-DCB23FA479F7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9F29DE-4818-0952-3ED1-DA51291D7269}"/>
              </a:ext>
            </a:extLst>
          </p:cNvPr>
          <p:cNvSpPr/>
          <p:nvPr/>
        </p:nvSpPr>
        <p:spPr>
          <a:xfrm>
            <a:off x="2303859" y="1732235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641C2-D989-9E2F-6C81-1F20E524A1E8}"/>
              </a:ext>
            </a:extLst>
          </p:cNvPr>
          <p:cNvSpPr/>
          <p:nvPr/>
        </p:nvSpPr>
        <p:spPr>
          <a:xfrm>
            <a:off x="2303858" y="3173868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0BB2E-8FDB-9A64-F1AD-F529B65E4ECF}"/>
              </a:ext>
            </a:extLst>
          </p:cNvPr>
          <p:cNvSpPr txBox="1"/>
          <p:nvPr/>
        </p:nvSpPr>
        <p:spPr>
          <a:xfrm>
            <a:off x="3963094" y="1243163"/>
            <a:ext cx="12892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Username: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138E5-5B24-09A4-9CE4-D18ABFAFBD25}"/>
              </a:ext>
            </a:extLst>
          </p:cNvPr>
          <p:cNvSpPr txBox="1"/>
          <p:nvPr/>
        </p:nvSpPr>
        <p:spPr>
          <a:xfrm>
            <a:off x="3996573" y="2693874"/>
            <a:ext cx="12222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Password: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2C08B7-FE19-9C56-CFFD-0E3F3BEE8281}"/>
              </a:ext>
            </a:extLst>
          </p:cNvPr>
          <p:cNvSpPr/>
          <p:nvPr/>
        </p:nvSpPr>
        <p:spPr>
          <a:xfrm>
            <a:off x="3220278" y="4147119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Sign 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B4E5B-09B8-61DA-9463-FB56C0D8BA07}"/>
              </a:ext>
            </a:extLst>
          </p:cNvPr>
          <p:cNvSpPr/>
          <p:nvPr/>
        </p:nvSpPr>
        <p:spPr>
          <a:xfrm>
            <a:off x="2303858" y="5090687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*Error messages*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634E52-F27F-EC52-85B1-41DD1B291BD0}"/>
              </a:ext>
            </a:extLst>
          </p:cNvPr>
          <p:cNvSpPr/>
          <p:nvPr/>
        </p:nvSpPr>
        <p:spPr>
          <a:xfrm>
            <a:off x="7866102" y="118324"/>
            <a:ext cx="1215413" cy="10961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295593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62F32A-953B-0D56-1376-3B898D09BB92}"/>
              </a:ext>
            </a:extLst>
          </p:cNvPr>
          <p:cNvSpPr/>
          <p:nvPr/>
        </p:nvSpPr>
        <p:spPr>
          <a:xfrm>
            <a:off x="253549" y="1732235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C3620F-AA5D-F051-F9AE-22E1F8DB8904}"/>
              </a:ext>
            </a:extLst>
          </p:cNvPr>
          <p:cNvSpPr/>
          <p:nvPr/>
        </p:nvSpPr>
        <p:spPr>
          <a:xfrm>
            <a:off x="253548" y="2702458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AD2AF-8552-3E64-6E32-A9432BA78424}"/>
              </a:ext>
            </a:extLst>
          </p:cNvPr>
          <p:cNvSpPr txBox="1"/>
          <p:nvPr/>
        </p:nvSpPr>
        <p:spPr>
          <a:xfrm>
            <a:off x="253548" y="1307572"/>
            <a:ext cx="12892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Username: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D67E2-886E-D5AA-3C49-2A4EACD39EEE}"/>
              </a:ext>
            </a:extLst>
          </p:cNvPr>
          <p:cNvSpPr txBox="1"/>
          <p:nvPr/>
        </p:nvSpPr>
        <p:spPr>
          <a:xfrm>
            <a:off x="253548" y="2277959"/>
            <a:ext cx="12222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Password: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D69AD-BBDE-8742-C1A8-8AA592C2A1F2}"/>
              </a:ext>
            </a:extLst>
          </p:cNvPr>
          <p:cNvSpPr/>
          <p:nvPr/>
        </p:nvSpPr>
        <p:spPr>
          <a:xfrm>
            <a:off x="3219078" y="4430914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Create Account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D62165-AC51-A11A-9DD2-358E009BAB28}"/>
              </a:ext>
            </a:extLst>
          </p:cNvPr>
          <p:cNvSpPr/>
          <p:nvPr/>
        </p:nvSpPr>
        <p:spPr>
          <a:xfrm>
            <a:off x="2303858" y="5090687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Error messages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CCD0CC-50E7-CBD2-FCCA-65FF2E757F01}"/>
              </a:ext>
            </a:extLst>
          </p:cNvPr>
          <p:cNvSpPr/>
          <p:nvPr/>
        </p:nvSpPr>
        <p:spPr>
          <a:xfrm>
            <a:off x="5193770" y="1732235"/>
            <a:ext cx="3819601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6ACE2-EB40-8C5C-34FB-B4AD19CAD440}"/>
              </a:ext>
            </a:extLst>
          </p:cNvPr>
          <p:cNvSpPr txBox="1"/>
          <p:nvPr/>
        </p:nvSpPr>
        <p:spPr>
          <a:xfrm>
            <a:off x="5193768" y="1307572"/>
            <a:ext cx="13887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First Name: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F0795-EA9D-66E0-E78D-FDB4CBE83D9C}"/>
              </a:ext>
            </a:extLst>
          </p:cNvPr>
          <p:cNvSpPr/>
          <p:nvPr/>
        </p:nvSpPr>
        <p:spPr>
          <a:xfrm>
            <a:off x="5193769" y="2739843"/>
            <a:ext cx="3819601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85245-5CBA-40A3-8A10-B87EAF708687}"/>
              </a:ext>
            </a:extLst>
          </p:cNvPr>
          <p:cNvSpPr txBox="1"/>
          <p:nvPr/>
        </p:nvSpPr>
        <p:spPr>
          <a:xfrm>
            <a:off x="5193768" y="2315180"/>
            <a:ext cx="12892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User Type: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05AC1D-2477-E861-EEAB-8CCD08C0EBED}"/>
              </a:ext>
            </a:extLst>
          </p:cNvPr>
          <p:cNvSpPr/>
          <p:nvPr/>
        </p:nvSpPr>
        <p:spPr>
          <a:xfrm>
            <a:off x="253548" y="3684487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4D822-66C3-436A-2B24-762889070699}"/>
              </a:ext>
            </a:extLst>
          </p:cNvPr>
          <p:cNvSpPr txBox="1"/>
          <p:nvPr/>
        </p:nvSpPr>
        <p:spPr>
          <a:xfrm>
            <a:off x="253548" y="3259988"/>
            <a:ext cx="21261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Confirm Password: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F63F74-2751-EE4D-6CC3-068C95B55113}"/>
              </a:ext>
            </a:extLst>
          </p:cNvPr>
          <p:cNvSpPr/>
          <p:nvPr/>
        </p:nvSpPr>
        <p:spPr>
          <a:xfrm>
            <a:off x="3219077" y="263704"/>
            <a:ext cx="2777277" cy="3691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Create Account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89608A-2230-7E91-C98C-3F8291098745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140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593D46-0649-4D0A-4CD6-02224A2D10EE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6669D9-5F53-3B5D-F427-1BB06F3781DC}"/>
              </a:ext>
            </a:extLst>
          </p:cNvPr>
          <p:cNvSpPr/>
          <p:nvPr/>
        </p:nvSpPr>
        <p:spPr>
          <a:xfrm>
            <a:off x="2303859" y="2207705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C91BA-F898-FD04-2BD0-AB5163BE4E97}"/>
              </a:ext>
            </a:extLst>
          </p:cNvPr>
          <p:cNvSpPr txBox="1"/>
          <p:nvPr/>
        </p:nvSpPr>
        <p:spPr>
          <a:xfrm>
            <a:off x="3740999" y="1734042"/>
            <a:ext cx="17226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Enter game pin: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DB9CB-3065-79D5-655E-300ADCD11B24}"/>
              </a:ext>
            </a:extLst>
          </p:cNvPr>
          <p:cNvSpPr/>
          <p:nvPr/>
        </p:nvSpPr>
        <p:spPr>
          <a:xfrm>
            <a:off x="3220284" y="3187287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1B16C5-22A2-FD2F-700A-E0CBAE4CC02E}"/>
              </a:ext>
            </a:extLst>
          </p:cNvPr>
          <p:cNvSpPr/>
          <p:nvPr/>
        </p:nvSpPr>
        <p:spPr>
          <a:xfrm>
            <a:off x="2302906" y="4144186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*Error messages*</a:t>
            </a:r>
          </a:p>
        </p:txBody>
      </p:sp>
    </p:spTree>
    <p:extLst>
      <p:ext uri="{BB962C8B-B14F-4D97-AF65-F5344CB8AC3E}">
        <p14:creationId xmlns:p14="http://schemas.microsoft.com/office/powerpoint/2010/main" val="110001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DE4FA-80C9-216D-DE79-225D3F3CDAA4}"/>
              </a:ext>
            </a:extLst>
          </p:cNvPr>
          <p:cNvSpPr/>
          <p:nvPr/>
        </p:nvSpPr>
        <p:spPr>
          <a:xfrm>
            <a:off x="1675448" y="227180"/>
            <a:ext cx="5861248" cy="4997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Current game code/info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316D6-5CDB-E9DA-F640-75E77C6F94E2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71356-D775-25DC-348B-77E6222ED397}"/>
              </a:ext>
            </a:extLst>
          </p:cNvPr>
          <p:cNvSpPr/>
          <p:nvPr/>
        </p:nvSpPr>
        <p:spPr>
          <a:xfrm>
            <a:off x="283975" y="1453953"/>
            <a:ext cx="3947255" cy="19764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AB822F-8662-10D1-03B0-871F5EA54249}"/>
              </a:ext>
            </a:extLst>
          </p:cNvPr>
          <p:cNvSpPr/>
          <p:nvPr/>
        </p:nvSpPr>
        <p:spPr>
          <a:xfrm>
            <a:off x="4984208" y="1453953"/>
            <a:ext cx="3947255" cy="19764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2FE02-B9A8-89DF-EE0F-EC15E1933A7A}"/>
              </a:ext>
            </a:extLst>
          </p:cNvPr>
          <p:cNvSpPr/>
          <p:nvPr/>
        </p:nvSpPr>
        <p:spPr>
          <a:xfrm>
            <a:off x="684379" y="3651923"/>
            <a:ext cx="3146445" cy="37484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Join Team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7C691-F413-75B9-54D1-484DA6E73C02}"/>
              </a:ext>
            </a:extLst>
          </p:cNvPr>
          <p:cNvSpPr/>
          <p:nvPr/>
        </p:nvSpPr>
        <p:spPr>
          <a:xfrm>
            <a:off x="5384612" y="3651923"/>
            <a:ext cx="3146445" cy="37484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Join Team 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ABB11C-1B71-F13E-DC55-9DB322E8C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47018"/>
              </p:ext>
            </p:extLst>
          </p:nvPr>
        </p:nvGraphicFramePr>
        <p:xfrm>
          <a:off x="1534260" y="4407304"/>
          <a:ext cx="6143624" cy="948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906">
                  <a:extLst>
                    <a:ext uri="{9D8B030D-6E8A-4147-A177-3AD203B41FA5}">
                      <a16:colId xmlns:a16="http://schemas.microsoft.com/office/drawing/2014/main" val="2559921600"/>
                    </a:ext>
                  </a:extLst>
                </a:gridCol>
                <a:gridCol w="1535906">
                  <a:extLst>
                    <a:ext uri="{9D8B030D-6E8A-4147-A177-3AD203B41FA5}">
                      <a16:colId xmlns:a16="http://schemas.microsoft.com/office/drawing/2014/main" val="3370022137"/>
                    </a:ext>
                  </a:extLst>
                </a:gridCol>
                <a:gridCol w="1535906">
                  <a:extLst>
                    <a:ext uri="{9D8B030D-6E8A-4147-A177-3AD203B41FA5}">
                      <a16:colId xmlns:a16="http://schemas.microsoft.com/office/drawing/2014/main" val="2596986669"/>
                    </a:ext>
                  </a:extLst>
                </a:gridCol>
                <a:gridCol w="1535906">
                  <a:extLst>
                    <a:ext uri="{9D8B030D-6E8A-4147-A177-3AD203B41FA5}">
                      <a16:colId xmlns:a16="http://schemas.microsoft.com/office/drawing/2014/main" val="1898310700"/>
                    </a:ext>
                  </a:extLst>
                </a:gridCol>
              </a:tblGrid>
              <a:tr h="948908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Role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Role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Role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Role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9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65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9D1F-6D2B-7847-8C62-DF401F33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9A16AB-C2DA-1ABA-623D-70A4AC6197E5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33545-114B-FB94-C620-ECA497581538}"/>
              </a:ext>
            </a:extLst>
          </p:cNvPr>
          <p:cNvSpPr/>
          <p:nvPr/>
        </p:nvSpPr>
        <p:spPr>
          <a:xfrm>
            <a:off x="2582976" y="1919674"/>
            <a:ext cx="4049486" cy="5679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Ready?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51899-1EB3-89F4-A244-9D3E6C05F517}"/>
              </a:ext>
            </a:extLst>
          </p:cNvPr>
          <p:cNvSpPr/>
          <p:nvPr/>
        </p:nvSpPr>
        <p:spPr>
          <a:xfrm>
            <a:off x="957692" y="3072615"/>
            <a:ext cx="2864614" cy="5679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– Change role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46735-6911-0AD9-BC45-A4299AA53400}"/>
              </a:ext>
            </a:extLst>
          </p:cNvPr>
          <p:cNvSpPr/>
          <p:nvPr/>
        </p:nvSpPr>
        <p:spPr>
          <a:xfrm>
            <a:off x="5393134" y="3072609"/>
            <a:ext cx="2864614" cy="5679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54E407-13BA-5684-B4DF-6E83BD3BD932}"/>
              </a:ext>
            </a:extLst>
          </p:cNvPr>
          <p:cNvSpPr/>
          <p:nvPr/>
        </p:nvSpPr>
        <p:spPr>
          <a:xfrm>
            <a:off x="2582976" y="664502"/>
            <a:ext cx="4049486" cy="5679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Team: A		Role: Role 1</a:t>
            </a:r>
          </a:p>
        </p:txBody>
      </p:sp>
    </p:spTree>
    <p:extLst>
      <p:ext uri="{BB962C8B-B14F-4D97-AF65-F5344CB8AC3E}">
        <p14:creationId xmlns:p14="http://schemas.microsoft.com/office/powerpoint/2010/main" val="124306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C9FA3-8416-3055-4D81-F4A8FD1E2B64}"/>
              </a:ext>
            </a:extLst>
          </p:cNvPr>
          <p:cNvSpPr/>
          <p:nvPr/>
        </p:nvSpPr>
        <p:spPr>
          <a:xfrm>
            <a:off x="2923746" y="2382767"/>
            <a:ext cx="3367945" cy="9939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Waiting for game to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926BE-AB4B-D7C6-CD0D-4CB94F892DD5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6002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F007-EAE2-96C3-AA88-3882D7B4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C609B-6D4B-D6B8-2126-6813BB76523E}"/>
              </a:ext>
            </a:extLst>
          </p:cNvPr>
          <p:cNvSpPr/>
          <p:nvPr/>
        </p:nvSpPr>
        <p:spPr>
          <a:xfrm>
            <a:off x="2923746" y="2382767"/>
            <a:ext cx="3367945" cy="9939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Starting. 3… 2… 1… Go.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4FC30-5257-C25C-545D-1A16CF5D1D11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2701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DBDB-7A7B-8892-2A8C-CDC7AFF8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606269-5D53-1A99-B9CE-4A6D1FC6FD95}"/>
              </a:ext>
            </a:extLst>
          </p:cNvPr>
          <p:cNvSpPr/>
          <p:nvPr/>
        </p:nvSpPr>
        <p:spPr>
          <a:xfrm>
            <a:off x="3055574" y="96552"/>
            <a:ext cx="3101008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Q1 /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F0575-1A1A-D6D0-AE65-C0D59A65F119}"/>
              </a:ext>
            </a:extLst>
          </p:cNvPr>
          <p:cNvSpPr/>
          <p:nvPr/>
        </p:nvSpPr>
        <p:spPr>
          <a:xfrm>
            <a:off x="2266121" y="1532519"/>
            <a:ext cx="4620279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Question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F93D1-E9C1-E846-FC41-ECEAFDB87C60}"/>
              </a:ext>
            </a:extLst>
          </p:cNvPr>
          <p:cNvSpPr/>
          <p:nvPr/>
        </p:nvSpPr>
        <p:spPr>
          <a:xfrm>
            <a:off x="714672" y="2499197"/>
            <a:ext cx="3101008" cy="74969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Answer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A6BC8-5D23-03D3-365A-B83C1D1798E2}"/>
              </a:ext>
            </a:extLst>
          </p:cNvPr>
          <p:cNvSpPr/>
          <p:nvPr/>
        </p:nvSpPr>
        <p:spPr>
          <a:xfrm>
            <a:off x="5336841" y="2504877"/>
            <a:ext cx="3101008" cy="74969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Answer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9498E-62A4-2177-1161-F56C77492C53}"/>
              </a:ext>
            </a:extLst>
          </p:cNvPr>
          <p:cNvSpPr/>
          <p:nvPr/>
        </p:nvSpPr>
        <p:spPr>
          <a:xfrm>
            <a:off x="714672" y="3465875"/>
            <a:ext cx="3101008" cy="74969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Answer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6DFF0-BE0C-1C66-9530-1B41F0D830F9}"/>
              </a:ext>
            </a:extLst>
          </p:cNvPr>
          <p:cNvSpPr/>
          <p:nvPr/>
        </p:nvSpPr>
        <p:spPr>
          <a:xfrm>
            <a:off x="5336841" y="3465875"/>
            <a:ext cx="3101008" cy="74969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Answer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3566B-4896-D23D-1FB1-C90DF15A8DC1}"/>
              </a:ext>
            </a:extLst>
          </p:cNvPr>
          <p:cNvSpPr/>
          <p:nvPr/>
        </p:nvSpPr>
        <p:spPr>
          <a:xfrm>
            <a:off x="7495052" y="96552"/>
            <a:ext cx="1549559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Correct: 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Multiplier: 1x</a:t>
            </a:r>
          </a:p>
        </p:txBody>
      </p:sp>
    </p:spTree>
    <p:extLst>
      <p:ext uri="{BB962C8B-B14F-4D97-AF65-F5344CB8AC3E}">
        <p14:creationId xmlns:p14="http://schemas.microsoft.com/office/powerpoint/2010/main" val="149779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CF88-824E-88AC-CE3B-C7CA5F0C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76943E-7D1F-3CF7-6763-95CD66AB4259}"/>
              </a:ext>
            </a:extLst>
          </p:cNvPr>
          <p:cNvSpPr/>
          <p:nvPr/>
        </p:nvSpPr>
        <p:spPr>
          <a:xfrm>
            <a:off x="3055574" y="96552"/>
            <a:ext cx="3101008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Powerup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10C4E-1777-799B-10EA-F824536D1A0C}"/>
              </a:ext>
            </a:extLst>
          </p:cNvPr>
          <p:cNvSpPr/>
          <p:nvPr/>
        </p:nvSpPr>
        <p:spPr>
          <a:xfrm>
            <a:off x="7495052" y="96552"/>
            <a:ext cx="1549559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Correct: 4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Multiplier: 2x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4704F-4741-767C-ADEE-BC6F6986DEC9}"/>
              </a:ext>
            </a:extLst>
          </p:cNvPr>
          <p:cNvSpPr/>
          <p:nvPr/>
        </p:nvSpPr>
        <p:spPr>
          <a:xfrm>
            <a:off x="283975" y="1453953"/>
            <a:ext cx="3947255" cy="40381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Option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C69D5-E6FB-D384-8EB8-DCD1FE078C13}"/>
              </a:ext>
            </a:extLst>
          </p:cNvPr>
          <p:cNvSpPr/>
          <p:nvPr/>
        </p:nvSpPr>
        <p:spPr>
          <a:xfrm>
            <a:off x="4984208" y="1453953"/>
            <a:ext cx="3947255" cy="40381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149491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3FEA-8929-B223-5302-8725DCDF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DA4CC-BB8B-45F8-0402-18563E43FBF4}"/>
              </a:ext>
            </a:extLst>
          </p:cNvPr>
          <p:cNvSpPr/>
          <p:nvPr/>
        </p:nvSpPr>
        <p:spPr>
          <a:xfrm>
            <a:off x="0" y="0"/>
            <a:ext cx="9215438" cy="575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Mini Game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6B5C9F-5527-70C7-D68C-DA17B56F8B89}"/>
              </a:ext>
            </a:extLst>
          </p:cNvPr>
          <p:cNvSpPr/>
          <p:nvPr/>
        </p:nvSpPr>
        <p:spPr>
          <a:xfrm>
            <a:off x="7495052" y="96552"/>
            <a:ext cx="1549559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Correct: 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Multiplier: 1x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55F76-2656-4911-CF1E-CBA0A8A4694C}"/>
              </a:ext>
            </a:extLst>
          </p:cNvPr>
          <p:cNvSpPr/>
          <p:nvPr/>
        </p:nvSpPr>
        <p:spPr>
          <a:xfrm>
            <a:off x="170827" y="96552"/>
            <a:ext cx="1549559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Score: 120</a:t>
            </a:r>
          </a:p>
        </p:txBody>
      </p:sp>
    </p:spTree>
    <p:extLst>
      <p:ext uri="{BB962C8B-B14F-4D97-AF65-F5344CB8AC3E}">
        <p14:creationId xmlns:p14="http://schemas.microsoft.com/office/powerpoint/2010/main" val="86332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1D2E6-377C-CF6E-C9AF-5FB4F622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7BBDC-FE39-AD7E-36D2-E1624C06C311}"/>
              </a:ext>
            </a:extLst>
          </p:cNvPr>
          <p:cNvSpPr/>
          <p:nvPr/>
        </p:nvSpPr>
        <p:spPr>
          <a:xfrm>
            <a:off x="1118856" y="959836"/>
            <a:ext cx="6977724" cy="14880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Score: 120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x (multiplier)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= 240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FD527-AEC7-189B-A2DA-7658B7B771BD}"/>
              </a:ext>
            </a:extLst>
          </p:cNvPr>
          <p:cNvSpPr/>
          <p:nvPr/>
        </p:nvSpPr>
        <p:spPr>
          <a:xfrm>
            <a:off x="283975" y="2879725"/>
            <a:ext cx="3947255" cy="14880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A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BE634D-814B-1868-4ACB-FECFD1485182}"/>
              </a:ext>
            </a:extLst>
          </p:cNvPr>
          <p:cNvSpPr/>
          <p:nvPr/>
        </p:nvSpPr>
        <p:spPr>
          <a:xfrm>
            <a:off x="4984208" y="2879725"/>
            <a:ext cx="3947255" cy="14880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B Score</a:t>
            </a:r>
          </a:p>
        </p:txBody>
      </p:sp>
    </p:spTree>
    <p:extLst>
      <p:ext uri="{BB962C8B-B14F-4D97-AF65-F5344CB8AC3E}">
        <p14:creationId xmlns:p14="http://schemas.microsoft.com/office/powerpoint/2010/main" val="1685041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D53AEE-E771-EB0B-DDBD-392AEC5D01B4}"/>
              </a:ext>
            </a:extLst>
          </p:cNvPr>
          <p:cNvSpPr/>
          <p:nvPr/>
        </p:nvSpPr>
        <p:spPr>
          <a:xfrm>
            <a:off x="283975" y="1386012"/>
            <a:ext cx="3947255" cy="14880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A Score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80D4E-1119-A52D-D872-703308B28EE6}"/>
              </a:ext>
            </a:extLst>
          </p:cNvPr>
          <p:cNvSpPr/>
          <p:nvPr/>
        </p:nvSpPr>
        <p:spPr>
          <a:xfrm>
            <a:off x="4984208" y="1386012"/>
            <a:ext cx="3947255" cy="14880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B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0D6B3-F9F1-D3BD-8218-91A20B9B2EEE}"/>
              </a:ext>
            </a:extLst>
          </p:cNvPr>
          <p:cNvSpPr/>
          <p:nvPr/>
        </p:nvSpPr>
        <p:spPr>
          <a:xfrm>
            <a:off x="3055574" y="96552"/>
            <a:ext cx="3101008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Final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A22B9-9335-CE36-87F1-3D80811142B2}"/>
              </a:ext>
            </a:extLst>
          </p:cNvPr>
          <p:cNvSpPr/>
          <p:nvPr/>
        </p:nvSpPr>
        <p:spPr>
          <a:xfrm>
            <a:off x="2305871" y="3332924"/>
            <a:ext cx="4607719" cy="102347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Player stats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539A5-C265-53EC-6809-74D7AA96B9A3}"/>
              </a:ext>
            </a:extLst>
          </p:cNvPr>
          <p:cNvSpPr/>
          <p:nvPr/>
        </p:nvSpPr>
        <p:spPr>
          <a:xfrm>
            <a:off x="3015816" y="4798238"/>
            <a:ext cx="3140766" cy="62187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New game</a:t>
            </a:r>
          </a:p>
        </p:txBody>
      </p:sp>
    </p:spTree>
    <p:extLst>
      <p:ext uri="{BB962C8B-B14F-4D97-AF65-F5344CB8AC3E}">
        <p14:creationId xmlns:p14="http://schemas.microsoft.com/office/powerpoint/2010/main" val="330346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6551-FA71-8554-AC3C-B9DC4A04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405B8A-7849-2B37-5180-09A142DBDA58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FF40DA-D842-0910-1FA2-039F5A05EA27}"/>
              </a:ext>
            </a:extLst>
          </p:cNvPr>
          <p:cNvSpPr/>
          <p:nvPr/>
        </p:nvSpPr>
        <p:spPr>
          <a:xfrm>
            <a:off x="2303859" y="2207705"/>
            <a:ext cx="4607719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E5D89-8C00-E6E3-35E0-6DEA42DC65BE}"/>
              </a:ext>
            </a:extLst>
          </p:cNvPr>
          <p:cNvSpPr txBox="1"/>
          <p:nvPr/>
        </p:nvSpPr>
        <p:spPr>
          <a:xfrm>
            <a:off x="3740999" y="1734042"/>
            <a:ext cx="17226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Enter game pin: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895B0-72BE-6507-AB8F-C3492C996E6F}"/>
              </a:ext>
            </a:extLst>
          </p:cNvPr>
          <p:cNvSpPr/>
          <p:nvPr/>
        </p:nvSpPr>
        <p:spPr>
          <a:xfrm>
            <a:off x="3220284" y="3187287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D7ABF-214C-2CEF-3E83-18B287AEF778}"/>
              </a:ext>
            </a:extLst>
          </p:cNvPr>
          <p:cNvSpPr/>
          <p:nvPr/>
        </p:nvSpPr>
        <p:spPr>
          <a:xfrm>
            <a:off x="2302906" y="4144186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Error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363D3C-EFA4-5DBC-CDB4-E60BCD6E9C78}"/>
              </a:ext>
            </a:extLst>
          </p:cNvPr>
          <p:cNvSpPr/>
          <p:nvPr/>
        </p:nvSpPr>
        <p:spPr>
          <a:xfrm>
            <a:off x="7866102" y="118324"/>
            <a:ext cx="1215413" cy="10961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165E4-82ED-ACFA-C131-DEF411E8DA3C}"/>
              </a:ext>
            </a:extLst>
          </p:cNvPr>
          <p:cNvSpPr/>
          <p:nvPr/>
        </p:nvSpPr>
        <p:spPr>
          <a:xfrm>
            <a:off x="2890867" y="118324"/>
            <a:ext cx="3311149" cy="10961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Create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F672D-47C2-C860-1E70-898FB25914B2}"/>
              </a:ext>
            </a:extLst>
          </p:cNvPr>
          <p:cNvSpPr txBox="1"/>
          <p:nvPr/>
        </p:nvSpPr>
        <p:spPr>
          <a:xfrm>
            <a:off x="4325447" y="1317022"/>
            <a:ext cx="5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30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DF96-34AF-CF41-76A7-48DAD1D8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041A1A-2675-05C6-2146-977680062C61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734F33-1F97-7829-40E6-CB2CDEE2FC2A}"/>
              </a:ext>
            </a:extLst>
          </p:cNvPr>
          <p:cNvSpPr/>
          <p:nvPr/>
        </p:nvSpPr>
        <p:spPr>
          <a:xfrm>
            <a:off x="2093718" y="1412295"/>
            <a:ext cx="3142784" cy="59229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 Questions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82227-A326-F6FD-6B85-D7A5BE60886C}"/>
              </a:ext>
            </a:extLst>
          </p:cNvPr>
          <p:cNvSpPr/>
          <p:nvPr/>
        </p:nvSpPr>
        <p:spPr>
          <a:xfrm>
            <a:off x="2408115" y="2510557"/>
            <a:ext cx="2777277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7EC2B-9A27-0798-E2DA-7101DEB96FFE}"/>
              </a:ext>
            </a:extLst>
          </p:cNvPr>
          <p:cNvSpPr/>
          <p:nvPr/>
        </p:nvSpPr>
        <p:spPr>
          <a:xfrm>
            <a:off x="2308939" y="5138100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Error messages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3A278-4AA0-98BD-04D5-D5A4EFC60555}"/>
              </a:ext>
            </a:extLst>
          </p:cNvPr>
          <p:cNvSpPr/>
          <p:nvPr/>
        </p:nvSpPr>
        <p:spPr>
          <a:xfrm>
            <a:off x="3055574" y="96552"/>
            <a:ext cx="3101008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Match Set-Up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488A9-B463-EA56-913F-FC8C79D6C7CC}"/>
              </a:ext>
            </a:extLst>
          </p:cNvPr>
          <p:cNvSpPr txBox="1"/>
          <p:nvPr/>
        </p:nvSpPr>
        <p:spPr>
          <a:xfrm>
            <a:off x="278295" y="1523774"/>
            <a:ext cx="1444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Questions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6FF360-C3AA-CDDE-11D2-4B94281F8CFF}"/>
              </a:ext>
            </a:extLst>
          </p:cNvPr>
          <p:cNvSpPr/>
          <p:nvPr/>
        </p:nvSpPr>
        <p:spPr>
          <a:xfrm>
            <a:off x="5550328" y="1412295"/>
            <a:ext cx="3142784" cy="59229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Upload Questions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E2C87-2C9A-F17A-ED3E-3504C445C3EA}"/>
              </a:ext>
            </a:extLst>
          </p:cNvPr>
          <p:cNvSpPr txBox="1"/>
          <p:nvPr/>
        </p:nvSpPr>
        <p:spPr>
          <a:xfrm>
            <a:off x="85189" y="2510393"/>
            <a:ext cx="222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Number of rounds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F99EC-AA62-841B-4348-EEAE8BC56BFA}"/>
              </a:ext>
            </a:extLst>
          </p:cNvPr>
          <p:cNvSpPr txBox="1"/>
          <p:nvPr/>
        </p:nvSpPr>
        <p:spPr>
          <a:xfrm>
            <a:off x="516917" y="3639580"/>
            <a:ext cx="96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Start!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E2BE5-C58C-4E6F-2434-B53C226B6146}"/>
              </a:ext>
            </a:extLst>
          </p:cNvPr>
          <p:cNvSpPr/>
          <p:nvPr/>
        </p:nvSpPr>
        <p:spPr>
          <a:xfrm>
            <a:off x="2093718" y="3610593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Create room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8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6020-EBDA-C057-41C0-6BADCB1D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77604E-2114-4A1A-AB94-8A871FB43257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2CDC83-0DD2-1F4D-628E-36C3664175EC}"/>
              </a:ext>
            </a:extLst>
          </p:cNvPr>
          <p:cNvSpPr/>
          <p:nvPr/>
        </p:nvSpPr>
        <p:spPr>
          <a:xfrm>
            <a:off x="2093718" y="1523938"/>
            <a:ext cx="2777277" cy="3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E35A24-913F-FFA0-6466-051779ACC97D}"/>
              </a:ext>
            </a:extLst>
          </p:cNvPr>
          <p:cNvSpPr/>
          <p:nvPr/>
        </p:nvSpPr>
        <p:spPr>
          <a:xfrm>
            <a:off x="2308939" y="5138100"/>
            <a:ext cx="4607719" cy="369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Error messages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650D2-D619-12AF-EDEC-1FC6ED0BA932}"/>
              </a:ext>
            </a:extLst>
          </p:cNvPr>
          <p:cNvSpPr/>
          <p:nvPr/>
        </p:nvSpPr>
        <p:spPr>
          <a:xfrm>
            <a:off x="3055574" y="96552"/>
            <a:ext cx="3101008" cy="7496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Generate Questions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9355D-913B-2814-980F-21E50120C05B}"/>
              </a:ext>
            </a:extLst>
          </p:cNvPr>
          <p:cNvSpPr txBox="1"/>
          <p:nvPr/>
        </p:nvSpPr>
        <p:spPr>
          <a:xfrm>
            <a:off x="278295" y="1523774"/>
            <a:ext cx="167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Subject area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D897C-A530-363E-25A9-61ED9EABBB4F}"/>
              </a:ext>
            </a:extLst>
          </p:cNvPr>
          <p:cNvSpPr txBox="1"/>
          <p:nvPr/>
        </p:nvSpPr>
        <p:spPr>
          <a:xfrm>
            <a:off x="590669" y="2510393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Refine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9D97B-B030-AA54-0C7F-4E79A0EB7E08}"/>
              </a:ext>
            </a:extLst>
          </p:cNvPr>
          <p:cNvSpPr txBox="1"/>
          <p:nvPr/>
        </p:nvSpPr>
        <p:spPr>
          <a:xfrm>
            <a:off x="590669" y="4258646"/>
            <a:ext cx="1246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Proceed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81EAA0-61B2-2C7B-6D02-9E1CCA36EA96}"/>
              </a:ext>
            </a:extLst>
          </p:cNvPr>
          <p:cNvSpPr/>
          <p:nvPr/>
        </p:nvSpPr>
        <p:spPr>
          <a:xfrm>
            <a:off x="5473022" y="1523774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016B6E-3192-C15C-E927-0B0004579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862290"/>
              </p:ext>
            </p:extLst>
          </p:nvPr>
        </p:nvGraphicFramePr>
        <p:xfrm>
          <a:off x="2106674" y="2433470"/>
          <a:ext cx="67590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505">
                  <a:extLst>
                    <a:ext uri="{9D8B030D-6E8A-4147-A177-3AD203B41FA5}">
                      <a16:colId xmlns:a16="http://schemas.microsoft.com/office/drawing/2014/main" val="937868449"/>
                    </a:ext>
                  </a:extLst>
                </a:gridCol>
                <a:gridCol w="1126505">
                  <a:extLst>
                    <a:ext uri="{9D8B030D-6E8A-4147-A177-3AD203B41FA5}">
                      <a16:colId xmlns:a16="http://schemas.microsoft.com/office/drawing/2014/main" val="2658974609"/>
                    </a:ext>
                  </a:extLst>
                </a:gridCol>
                <a:gridCol w="1126505">
                  <a:extLst>
                    <a:ext uri="{9D8B030D-6E8A-4147-A177-3AD203B41FA5}">
                      <a16:colId xmlns:a16="http://schemas.microsoft.com/office/drawing/2014/main" val="626590350"/>
                    </a:ext>
                  </a:extLst>
                </a:gridCol>
                <a:gridCol w="1126505">
                  <a:extLst>
                    <a:ext uri="{9D8B030D-6E8A-4147-A177-3AD203B41FA5}">
                      <a16:colId xmlns:a16="http://schemas.microsoft.com/office/drawing/2014/main" val="2321172609"/>
                    </a:ext>
                  </a:extLst>
                </a:gridCol>
                <a:gridCol w="1126505">
                  <a:extLst>
                    <a:ext uri="{9D8B030D-6E8A-4147-A177-3AD203B41FA5}">
                      <a16:colId xmlns:a16="http://schemas.microsoft.com/office/drawing/2014/main" val="3480698227"/>
                    </a:ext>
                  </a:extLst>
                </a:gridCol>
                <a:gridCol w="1126505">
                  <a:extLst>
                    <a:ext uri="{9D8B030D-6E8A-4147-A177-3AD203B41FA5}">
                      <a16:colId xmlns:a16="http://schemas.microsoft.com/office/drawing/2014/main" val="1362320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Answer 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Answer 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Answer 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Answer 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Correct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735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72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93297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CAFE72F-5257-E2FA-B7CA-FE2783F15951}"/>
              </a:ext>
            </a:extLst>
          </p:cNvPr>
          <p:cNvSpPr/>
          <p:nvPr/>
        </p:nvSpPr>
        <p:spPr>
          <a:xfrm>
            <a:off x="2093718" y="4258646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 game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183FEF-740C-89FF-9D56-D0C7EF7440C6}"/>
              </a:ext>
            </a:extLst>
          </p:cNvPr>
          <p:cNvSpPr/>
          <p:nvPr/>
        </p:nvSpPr>
        <p:spPr>
          <a:xfrm>
            <a:off x="5473021" y="4258646"/>
            <a:ext cx="2777277" cy="3691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 questions pack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057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B74B-7DE3-8EFC-983E-737022D0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F4DA0A-B7CB-BC51-1EBC-A6D5496F5C3B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5E8F21-7842-564F-6563-A055376BC81B}"/>
              </a:ext>
            </a:extLst>
          </p:cNvPr>
          <p:cNvSpPr/>
          <p:nvPr/>
        </p:nvSpPr>
        <p:spPr>
          <a:xfrm>
            <a:off x="1675448" y="227180"/>
            <a:ext cx="5861248" cy="4997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Current game code/info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A0815-3462-5B32-CF97-B60F73B36FA7}"/>
              </a:ext>
            </a:extLst>
          </p:cNvPr>
          <p:cNvSpPr/>
          <p:nvPr/>
        </p:nvSpPr>
        <p:spPr>
          <a:xfrm>
            <a:off x="283975" y="1453953"/>
            <a:ext cx="3947255" cy="67018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47EBF1-5BBC-1E99-5189-8FF1193C07F0}"/>
              </a:ext>
            </a:extLst>
          </p:cNvPr>
          <p:cNvSpPr/>
          <p:nvPr/>
        </p:nvSpPr>
        <p:spPr>
          <a:xfrm>
            <a:off x="4984208" y="1453953"/>
            <a:ext cx="3947255" cy="6701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B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23BDD23-EFC7-CC70-B1A9-CF7FC2081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079559"/>
              </p:ext>
            </p:extLst>
          </p:nvPr>
        </p:nvGraphicFramePr>
        <p:xfrm>
          <a:off x="283975" y="2124134"/>
          <a:ext cx="3947256" cy="3408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814">
                  <a:extLst>
                    <a:ext uri="{9D8B030D-6E8A-4147-A177-3AD203B41FA5}">
                      <a16:colId xmlns:a16="http://schemas.microsoft.com/office/drawing/2014/main" val="2554397827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423299097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1495500381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651018357"/>
                    </a:ext>
                  </a:extLst>
                </a:gridCol>
              </a:tblGrid>
              <a:tr h="5680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Ready?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Swap Team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4329504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22576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49255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47100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420761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9775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C1BCE3F-3D35-AC86-26BF-F6A0D362C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72894"/>
              </p:ext>
            </p:extLst>
          </p:nvPr>
        </p:nvGraphicFramePr>
        <p:xfrm>
          <a:off x="4989887" y="2124132"/>
          <a:ext cx="3947256" cy="3408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814">
                  <a:extLst>
                    <a:ext uri="{9D8B030D-6E8A-4147-A177-3AD203B41FA5}">
                      <a16:colId xmlns:a16="http://schemas.microsoft.com/office/drawing/2014/main" val="2554397827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423299097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3815556681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651018357"/>
                    </a:ext>
                  </a:extLst>
                </a:gridCol>
              </a:tblGrid>
              <a:tr h="5680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Ready?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Swap Team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4329504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22576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49255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47100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420761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r>
                        <a:rPr lang="en-US" dirty="0"/>
                        <a:t>User 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9775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C2044E4-433B-FC40-A9A5-440AC74B4564}"/>
              </a:ext>
            </a:extLst>
          </p:cNvPr>
          <p:cNvSpPr/>
          <p:nvPr/>
        </p:nvSpPr>
        <p:spPr>
          <a:xfrm>
            <a:off x="7866102" y="118324"/>
            <a:ext cx="1215413" cy="10961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A931F-8DAF-2BFC-C0A7-2CB97AF70801}"/>
              </a:ext>
            </a:extLst>
          </p:cNvPr>
          <p:cNvSpPr/>
          <p:nvPr/>
        </p:nvSpPr>
        <p:spPr>
          <a:xfrm>
            <a:off x="1675448" y="846245"/>
            <a:ext cx="5861248" cy="4997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Users: 10/30</a:t>
            </a:r>
          </a:p>
        </p:txBody>
      </p:sp>
    </p:spTree>
    <p:extLst>
      <p:ext uri="{BB962C8B-B14F-4D97-AF65-F5344CB8AC3E}">
        <p14:creationId xmlns:p14="http://schemas.microsoft.com/office/powerpoint/2010/main" val="303826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2AAA-071D-058C-E2C9-6B56AF59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EBD243-5CFC-55F8-33FF-4A15770CE489}"/>
              </a:ext>
            </a:extLst>
          </p:cNvPr>
          <p:cNvSpPr/>
          <p:nvPr/>
        </p:nvSpPr>
        <p:spPr>
          <a:xfrm>
            <a:off x="1675448" y="227180"/>
            <a:ext cx="5861248" cy="4997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Current game code/info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8CBCB5-D2A0-0367-026A-F472B639A64E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7EC5C5-8264-A013-5028-BE9A65B3B5CF}"/>
              </a:ext>
            </a:extLst>
          </p:cNvPr>
          <p:cNvSpPr/>
          <p:nvPr/>
        </p:nvSpPr>
        <p:spPr>
          <a:xfrm>
            <a:off x="283975" y="1453954"/>
            <a:ext cx="3947255" cy="33565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2CCE0-804B-86C7-FE7C-86DA5CA2AE84}"/>
              </a:ext>
            </a:extLst>
          </p:cNvPr>
          <p:cNvSpPr/>
          <p:nvPr/>
        </p:nvSpPr>
        <p:spPr>
          <a:xfrm>
            <a:off x="4984208" y="1453954"/>
            <a:ext cx="3947255" cy="33565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Team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43F9-FDEA-D39A-698D-9B9A142C7176}"/>
              </a:ext>
            </a:extLst>
          </p:cNvPr>
          <p:cNvSpPr/>
          <p:nvPr/>
        </p:nvSpPr>
        <p:spPr>
          <a:xfrm>
            <a:off x="283975" y="5032042"/>
            <a:ext cx="3947255" cy="5348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 Finished round: 12/15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6C5F5-C1FA-95CB-8E7D-215A1961C3D9}"/>
              </a:ext>
            </a:extLst>
          </p:cNvPr>
          <p:cNvSpPr/>
          <p:nvPr/>
        </p:nvSpPr>
        <p:spPr>
          <a:xfrm>
            <a:off x="5641011" y="5032042"/>
            <a:ext cx="2633647" cy="53481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Next round</a:t>
            </a:r>
          </a:p>
        </p:txBody>
      </p:sp>
    </p:spTree>
    <p:extLst>
      <p:ext uri="{BB962C8B-B14F-4D97-AF65-F5344CB8AC3E}">
        <p14:creationId xmlns:p14="http://schemas.microsoft.com/office/powerpoint/2010/main" val="2014313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22EF-124D-CAE2-6CE8-D1567BEE4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11FD9-C344-28FE-9DB7-D4CA38F9A5C8}"/>
              </a:ext>
            </a:extLst>
          </p:cNvPr>
          <p:cNvSpPr/>
          <p:nvPr/>
        </p:nvSpPr>
        <p:spPr>
          <a:xfrm>
            <a:off x="1675448" y="227180"/>
            <a:ext cx="5861248" cy="4997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  <a:r>
              <a:rPr lang="en-GB" dirty="0" err="1">
                <a:solidFill>
                  <a:schemeClr val="tx1"/>
                </a:solidFill>
              </a:rPr>
              <a:t>sername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222C6C-A0EA-D511-38A9-A1B8F6957AE8}"/>
              </a:ext>
            </a:extLst>
          </p:cNvPr>
          <p:cNvSpPr/>
          <p:nvPr/>
        </p:nvSpPr>
        <p:spPr>
          <a:xfrm>
            <a:off x="130629" y="136308"/>
            <a:ext cx="1215413" cy="1096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549EC-A110-4B20-702D-F320CB16C22C}"/>
              </a:ext>
            </a:extLst>
          </p:cNvPr>
          <p:cNvSpPr/>
          <p:nvPr/>
        </p:nvSpPr>
        <p:spPr>
          <a:xfrm>
            <a:off x="283974" y="1453953"/>
            <a:ext cx="8627165" cy="40324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Profile info/stats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F26D4-F5C0-323C-367B-6EE8CF8C00D7}"/>
              </a:ext>
            </a:extLst>
          </p:cNvPr>
          <p:cNvSpPr/>
          <p:nvPr/>
        </p:nvSpPr>
        <p:spPr>
          <a:xfrm>
            <a:off x="7866102" y="118324"/>
            <a:ext cx="1215413" cy="10961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2583155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FFFF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479</Words>
  <Application>Microsoft Office PowerPoint</Application>
  <PresentationFormat>Custom</PresentationFormat>
  <Paragraphs>225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marcles jones</dc:creator>
  <cp:lastModifiedBy>marcles jones</cp:lastModifiedBy>
  <cp:revision>1</cp:revision>
  <dcterms:created xsi:type="dcterms:W3CDTF">2026-01-30T13:00:03Z</dcterms:created>
  <dcterms:modified xsi:type="dcterms:W3CDTF">2026-01-30T18:02:41Z</dcterms:modified>
</cp:coreProperties>
</file>